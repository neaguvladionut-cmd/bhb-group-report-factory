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4"/>
    <p:sldMasterId id="2147483774" r:id="rId5"/>
  </p:sldMasterIdLst>
  <p:handoutMasterIdLst>
    <p:handoutMasterId r:id="rId29"/>
  </p:handoutMasterIdLst>
  <p:sldIdLst>
    <p:sldId id="391" r:id="rId6"/>
    <p:sldId id="1438" r:id="rId7"/>
    <p:sldId id="1442" r:id="rId8"/>
    <p:sldId id="1440" r:id="rId9"/>
    <p:sldId id="482" r:id="rId10"/>
    <p:sldId id="1469" r:id="rId11"/>
    <p:sldId id="1460" r:id="rId12"/>
    <p:sldId id="1464" r:id="rId13"/>
    <p:sldId id="435" r:id="rId14"/>
    <p:sldId id="1478" r:id="rId15"/>
    <p:sldId id="1439" r:id="rId16"/>
    <p:sldId id="1457" r:id="rId17"/>
    <p:sldId id="428" r:id="rId18"/>
    <p:sldId id="478" r:id="rId19"/>
    <p:sldId id="479" r:id="rId20"/>
    <p:sldId id="480" r:id="rId21"/>
    <p:sldId id="481" r:id="rId22"/>
    <p:sldId id="1441" r:id="rId23"/>
    <p:sldId id="493" r:id="rId24"/>
    <p:sldId id="1461" r:id="rId25"/>
    <p:sldId id="1462" r:id="rId26"/>
    <p:sldId id="440" r:id="rId27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ere" id="{163F8999-9D18-4512-B0E9-EEA8F30BF5B4}">
          <p14:sldIdLst>
            <p14:sldId id="391"/>
            <p14:sldId id="1438"/>
          </p14:sldIdLst>
        </p14:section>
        <p14:section name="Distributia rezultatelor" id="{382501A4-71A7-4439-AF65-208485DC6ACD}">
          <p14:sldIdLst>
            <p14:sldId id="1442"/>
          </p14:sldIdLst>
        </p14:section>
        <p14:section name="Mediana" id="{D94AD699-ED1F-4AF5-BEE4-EF794A7ECC4E}">
          <p14:sldIdLst>
            <p14:sldId id="1440"/>
            <p14:sldId id="482"/>
            <p14:sldId id="1469"/>
          </p14:sldIdLst>
        </p14:section>
        <p14:section name="Rezultate generale" id="{089A1483-7734-4C8A-A487-5999543D80C3}">
          <p14:sldIdLst>
            <p14:sldId id="1460"/>
            <p14:sldId id="1464"/>
            <p14:sldId id="435"/>
            <p14:sldId id="1478"/>
          </p14:sldIdLst>
        </p14:section>
        <p14:section name="Analiza pe competente" id="{E0FAD473-47D2-4811-8517-60D761CB822C}">
          <p14:sldIdLst>
            <p14:sldId id="1439"/>
            <p14:sldId id="1457"/>
            <p14:sldId id="428"/>
            <p14:sldId id="478"/>
            <p14:sldId id="479"/>
            <p14:sldId id="480"/>
            <p14:sldId id="481"/>
          </p14:sldIdLst>
        </p14:section>
        <p14:section name="Puncte de focalizare" id="{40E43989-AFF0-438E-8225-4E40F45B65E1}">
          <p14:sldIdLst>
            <p14:sldId id="1441"/>
            <p14:sldId id="493"/>
          </p14:sldIdLst>
        </p14:section>
        <p14:section name="Recomandari" id="{F9017928-9414-4796-89BC-2B3FC30C10E0}">
          <p14:sldIdLst>
            <p14:sldId id="1461"/>
            <p14:sldId id="1462"/>
          </p14:sldIdLst>
        </p14:section>
        <p14:section name="Final" id="{FB21CED3-1DFD-4E7E-9C9B-25669FB83BAF}">
          <p14:sldIdLst>
            <p14:sldId id="440"/>
          </p14:sldIdLst>
        </p14:section>
      </p14:sectionLst>
    </p:ext>
    <p:ext uri="{EFAFB233-063F-42B5-8137-9DF3F51BA10A}">
      <p15:sldGuideLst xmlns:p15="http://schemas.microsoft.com/office/powerpoint/2012/main">
        <p15:guide id="2" pos="5760" userDrawn="1">
          <p15:clr>
            <a:srgbClr val="A4A3A4"/>
          </p15:clr>
        </p15:guide>
        <p15:guide id="3" orient="horz" pos="32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9802"/>
    <a:srgbClr val="A27402"/>
    <a:srgbClr val="003057"/>
    <a:srgbClr val="F4F4F4"/>
    <a:srgbClr val="DAD0F5"/>
    <a:srgbClr val="0C0317"/>
    <a:srgbClr val="9E6FF5"/>
    <a:srgbClr val="E3D5D0"/>
    <a:srgbClr val="4225AB"/>
    <a:srgbClr val="EF3D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91" autoAdjust="0"/>
    <p:restoredTop sz="77394" autoAdjust="0"/>
  </p:normalViewPr>
  <p:slideViewPr>
    <p:cSldViewPr snapToGrid="0">
      <p:cViewPr varScale="1">
        <p:scale>
          <a:sx n="55" d="100"/>
          <a:sy n="55" d="100"/>
        </p:scale>
        <p:origin x="821" y="53"/>
      </p:cViewPr>
      <p:guideLst>
        <p:guide pos="5760"/>
        <p:guide orient="horz" pos="32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752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handoutMaster" Target="handoutMasters/handout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presProps" Target="presProps.xml"/><Relationship Id="rId8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stockChart>
        <c:ser>
          <c:idx val="0"/>
          <c:order val="0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ln w="28575">
              <a:noFill/>
            </a:ln>
          </c:spPr>
          <c:marker>
            <c:symbol val="dash"/>
            <c:size val="30"/>
            <c:spPr>
              <a:solidFill>
                <a:srgbClr val="0A375B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cat>
            <c:strRef>
              <c:f/>
              <c:strCach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strCache>
            </c:strRef>
          </c:cat>
          <c:val>
            <c:numRef>
              <c:f/>
              <c:numCache>
                <c:formatCode>0.00</c:formatCod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225-4AA5-B458-4CF050EED4EF}"/>
            </c:ext>
          </c:extLst>
        </c:ser>
        <c:ser>
          <c:idx val="1"/>
          <c:order val="1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ln w="28575">
              <a:noFill/>
            </a:ln>
          </c:spPr>
          <c:marker>
            <c:symbol val="dash"/>
            <c:size val="30"/>
            <c:spPr>
              <a:solidFill>
                <a:srgbClr val="0A375B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cat>
            <c:strRef>
              <c:f/>
              <c:strCach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strCache>
            </c:strRef>
          </c:cat>
          <c:val>
            <c:numRef>
              <c:f/>
              <c:numCache>
                <c:formatCode>0.00</c:formatCod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225-4AA5-B458-4CF050EED4EF}"/>
            </c:ext>
          </c:extLst>
        </c:ser>
        <c:ser>
          <c:idx val="2"/>
          <c:order val="2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ln w="28575">
              <a:noFill/>
            </a:ln>
          </c:spPr>
          <c:marker>
            <c:symbol val="diamond"/>
            <c:size val="36"/>
            <c:spPr>
              <a:solidFill>
                <a:srgbClr val="0A375B"/>
              </a:soli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cat>
            <c:strRef>
              <c:f/>
              <c:strCach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strCache>
            </c:strRef>
          </c:cat>
          <c:val>
            <c:numRef>
              <c:f/>
              <c:numCache>
                <c:formatCode>0.00</c:formatCod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225-4AA5-B458-4CF050EED4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88900" cap="flat" cmpd="sng" algn="ctr">
              <a:solidFill>
                <a:srgbClr val="DBA628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</c:hiLowLines>
        <c:axId val="284066944"/>
        <c:axId val="284068480"/>
        <c:extLst/>
      </c:stockChart>
      <c:catAx>
        <c:axId val="2840669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2000"/>
            </a:pPr>
            <a:endParaRPr lang="ro-RO"/>
          </a:p>
        </c:txPr>
        <c:crossAx val="284068480"/>
        <c:crosses val="autoZero"/>
        <c:auto val="1"/>
        <c:lblAlgn val="ctr"/>
        <c:lblOffset val="100"/>
        <c:noMultiLvlLbl val="0"/>
      </c:catAx>
      <c:valAx>
        <c:axId val="284068480"/>
        <c:scaling>
          <c:orientation val="minMax"/>
          <c:max val="5"/>
          <c:min val="1"/>
        </c:scaling>
        <c:delete val="0"/>
        <c:axPos val="l"/>
        <c:majorGridlines/>
        <c:numFmt formatCode="#,##0.0" sourceLinked="0"/>
        <c:majorTickMark val="out"/>
        <c:minorTickMark val="none"/>
        <c:tickLblPos val="nextTo"/>
        <c:txPr>
          <a:bodyPr/>
          <a:lstStyle/>
          <a:p>
            <a:pPr>
              <a:defRPr sz="2800"/>
            </a:pPr>
            <a:endParaRPr lang="ro-RO"/>
          </a:p>
        </c:txPr>
        <c:crossAx val="284066944"/>
        <c:crosses val="autoZero"/>
        <c:crossBetween val="between"/>
      </c:valAx>
      <c:spPr>
        <a:noFill/>
      </c:spPr>
    </c:plotArea>
    <c:plotVisOnly val="1"/>
    <c:dispBlanksAs val="gap"/>
    <c:showDLblsOverMax val="0"/>
  </c:chart>
  <c:spPr>
    <a:noFill/>
  </c:spPr>
  <c:txPr>
    <a:bodyPr/>
    <a:lstStyle/>
    <a:p>
      <a:pPr>
        <a:defRPr sz="3200"/>
      </a:pPr>
      <a:endParaRPr lang="ro-RO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3057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05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AB0E-4E5A-B74E-1F7A1186852C}"/>
              </c:ext>
            </c:extLst>
          </c:dPt>
          <c:dPt>
            <c:idx val="1"/>
            <c:invertIfNegative val="0"/>
            <c:bubble3D val="0"/>
            <c:spPr>
              <a:solidFill>
                <a:srgbClr val="00305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9B6A-4065-981B-ABFC90B9E8A1}"/>
              </c:ext>
            </c:extLst>
          </c:dPt>
          <c:dPt>
            <c:idx val="2"/>
            <c:invertIfNegative val="0"/>
            <c:bubble3D val="0"/>
            <c:spPr>
              <a:solidFill>
                <a:srgbClr val="00305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B6A-4065-981B-ABFC90B9E8A1}"/>
              </c:ext>
            </c:extLst>
          </c:dPt>
          <c:dPt>
            <c:idx val="3"/>
            <c:invertIfNegative val="0"/>
            <c:bubble3D val="0"/>
            <c:spPr>
              <a:solidFill>
                <a:srgbClr val="00305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9B6A-4065-981B-ABFC90B9E8A1}"/>
              </c:ext>
            </c:extLst>
          </c:dPt>
          <c:dPt>
            <c:idx val="4"/>
            <c:invertIfNegative val="0"/>
            <c:bubble3D val="0"/>
            <c:spPr>
              <a:solidFill>
                <a:srgbClr val="00305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B6A-4065-981B-ABFC90B9E8A1}"/>
              </c:ext>
            </c:extLst>
          </c:dPt>
          <c:dPt>
            <c:idx val="5"/>
            <c:invertIfNegative val="0"/>
            <c:bubble3D val="0"/>
            <c:spPr>
              <a:solidFill>
                <a:srgbClr val="00305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9B6A-4065-981B-ABFC90B9E8A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o-RO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/>
              <c:strCach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strCache>
            </c:strRef>
          </c:cat>
          <c:val>
            <c:numRef>
              <c:f/>
              <c:numCache>
                <c:formatCode>0.00</c:formatCod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38-4A1B-9DC4-62F1FF54DA6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49630768"/>
        <c:axId val="449627168"/>
      </c:barChart>
      <c:catAx>
        <c:axId val="44963076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449627168"/>
        <c:crosses val="autoZero"/>
        <c:auto val="1"/>
        <c:lblAlgn val="ctr"/>
        <c:lblOffset val="100"/>
        <c:noMultiLvlLbl val="0"/>
      </c:catAx>
      <c:valAx>
        <c:axId val="449627168"/>
        <c:scaling>
          <c:orientation val="minMax"/>
          <c:max val="5"/>
          <c:min val="1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4496307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rgbClr val="FFFFFF">
        <a:alpha val="0"/>
      </a:srgbClr>
    </a:solidFill>
    <a:ln>
      <a:noFill/>
    </a:ln>
    <a:effectLst/>
  </c:spPr>
  <c:txPr>
    <a:bodyPr/>
    <a:lstStyle/>
    <a:p>
      <a:pPr>
        <a:defRPr sz="3000"/>
      </a:pPr>
      <a:endParaRPr lang="ro-RO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8396629986865299E-2"/>
          <c:y val="0.17446470193248426"/>
          <c:w val="0.96271675704093429"/>
          <c:h val="0.81138979584770166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354120802691988"/>
                      <c:h val="9.203204716050035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0A10-44BF-B090-E8D2557D1E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5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o-RO"/>
              </a:p>
            </c:txPr>
            <c:dLblPos val="ctr"/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/>
              <c:numCache>
                <c:formatCode>General</c:formatCode>
                <c:ptCount val="1"/>
              </c:numCache>
            </c:numRef>
          </c:cat>
          <c:val>
            <c:numRef>
              <c:f/>
              <c:numCache>
                <c:formatCode>0.00</c:formatCode>
                <c:ptCount val="1"/>
                <c:pt idx="0">
                  <c:v/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B6-46C6-A399-81664B8EBBF9}"/>
            </c:ext>
          </c:extLst>
        </c:ser>
        <c:ser>
          <c:idx val="3"/>
          <c:order val="1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DBA6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5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o-RO"/>
              </a:p>
            </c:txPr>
            <c:dLblPos val="ctr"/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/>
              <c:numCache>
                <c:formatCode>General</c:formatCode>
                <c:ptCount val="1"/>
              </c:numCache>
            </c:numRef>
          </c:cat>
          <c:val>
            <c:numRef>
              <c:f/>
              <c:numCache>
                <c:formatCode>0.00</c:formatCode>
                <c:ptCount val="1"/>
                <c:pt idx="0">
                  <c:v/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7B6-46C6-A399-81664B8EBBF9}"/>
            </c:ext>
          </c:extLst>
        </c:ser>
        <c:ser>
          <c:idx val="4"/>
          <c:order val="2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0000">
                <a:lumMod val="65000"/>
                <a:lumOff val="3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5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o-RO"/>
              </a:p>
            </c:txPr>
            <c:dLblPos val="ctr"/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/>
              <c:numCache>
                <c:formatCode>General</c:formatCode>
                <c:ptCount val="1"/>
              </c:numCache>
            </c:numRef>
          </c:cat>
          <c:val>
            <c:numRef>
              <c:f/>
              <c:numCache>
                <c:formatCode>0.00</c:formatCode>
                <c:ptCount val="1"/>
                <c:pt idx="0">
                  <c:v/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7B6-46C6-A399-81664B8EBBF9}"/>
            </c:ext>
          </c:extLst>
        </c:ser>
        <c:ser>
          <c:idx val="2"/>
          <c:order val="3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BCC8"/>
            </a:solidFill>
            <a:ln>
              <a:noFill/>
            </a:ln>
            <a:effectLst/>
          </c:spPr>
          <c:invertIfNegative val="0"/>
          <c:dLbls>
            <c:dLbl>
              <c:idx val="0"/>
              <c:dLblPos val="ctr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533837768987715"/>
                      <c:h val="9.203204716050035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A10-44BF-B090-E8D2557D1E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5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o-RO"/>
              </a:p>
            </c:txPr>
            <c:dLblPos val="ctr"/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/>
              <c:numCache>
                <c:formatCode>General</c:formatCode>
                <c:ptCount val="1"/>
              </c:numCache>
            </c:numRef>
          </c:cat>
          <c:val>
            <c:numRef>
              <c:f/>
              <c:numCache>
                <c:formatCode>0.00</c:formatCode>
                <c:ptCount val="1"/>
                <c:pt idx="0">
                  <c:v/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B6-46C6-A399-81664B8EBBF9}"/>
            </c:ext>
          </c:extLst>
        </c:ser>
        <c:ser>
          <c:idx val="0"/>
          <c:order val="4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A375B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5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o-RO"/>
                </a:p>
              </c:txPr>
              <c:dLblPos val="ctr"/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700808441320159"/>
                      <c:h val="9.203204716050035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0A10-44BF-B090-E8D2557D1E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o-R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/>
              <c:numCache>
                <c:formatCode>General</c:formatCode>
                <c:ptCount val="1"/>
              </c:numCache>
            </c:numRef>
          </c:cat>
          <c:val>
            <c:numRef>
              <c:f/>
              <c:numCache>
                <c:formatCode>0.00</c:formatCode>
                <c:ptCount val="1"/>
                <c:pt idx="0">
                  <c:v/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B6-46C6-A399-81664B8EBB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971663744"/>
        <c:axId val="971661824"/>
      </c:barChart>
      <c:catAx>
        <c:axId val="9716637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971661824"/>
        <c:crosses val="autoZero"/>
        <c:auto val="1"/>
        <c:lblAlgn val="ctr"/>
        <c:lblOffset val="100"/>
        <c:noMultiLvlLbl val="0"/>
      </c:catAx>
      <c:valAx>
        <c:axId val="971661824"/>
        <c:scaling>
          <c:orientation val="minMax"/>
          <c:max val="5"/>
          <c:min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high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971663744"/>
        <c:crosses val="autoZero"/>
        <c:crossBetween val="between"/>
      </c:valAx>
      <c:spPr>
        <a:solidFill>
          <a:srgbClr val="FFFFFF">
            <a:alpha val="21176"/>
          </a:srgbClr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>
        <a:alpha val="20000"/>
      </a:srgbClr>
    </a:solidFill>
    <a:ln>
      <a:noFill/>
    </a:ln>
    <a:effectLst/>
  </c:spPr>
  <c:txPr>
    <a:bodyPr/>
    <a:lstStyle/>
    <a:p>
      <a:pPr>
        <a:defRPr/>
      </a:pPr>
      <a:endParaRPr lang="ro-RO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588697125941908"/>
          <c:y val="1.343749999999999E-3"/>
          <c:w val="0.85635369616386703"/>
          <c:h val="0.96153867123908965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accent3">
                  <a:alpha val="2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o-R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/>
              <c:strCach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strCache>
            </c:strRef>
          </c:cat>
          <c:val>
            <c:numRef>
              <c:f/>
              <c:numCache>
                <c:formatCode>0%</c:formatCod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6E-4173-B52E-810B0B42B2C4}"/>
            </c:ext>
          </c:extLst>
        </c:ser>
        <c:ser>
          <c:idx val="1"/>
          <c:order val="1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accent3">
                  <a:alpha val="2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o-R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/>
              <c:strCach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strCache>
            </c:strRef>
          </c:cat>
          <c:val>
            <c:numRef>
              <c:f/>
              <c:numCache>
                <c:formatCode>0%</c:formatCod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F6E-4173-B52E-810B0B42B2C4}"/>
            </c:ext>
          </c:extLst>
        </c:ser>
        <c:ser>
          <c:idx val="2"/>
          <c:order val="2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solidFill>
                <a:schemeClr val="tx1">
                  <a:lumMod val="65000"/>
                  <a:lumOff val="35000"/>
                  <a:alpha val="2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o-RO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/>
              <c:strCach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strCache>
            </c:strRef>
          </c:cat>
          <c:val>
            <c:numRef>
              <c:f/>
              <c:numCache>
                <c:formatCode>0%</c:formatCod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F6E-4173-B52E-810B0B42B2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858286976"/>
        <c:axId val="858279296"/>
      </c:barChart>
      <c:catAx>
        <c:axId val="85828697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858279296"/>
        <c:crosses val="autoZero"/>
        <c:auto val="1"/>
        <c:lblAlgn val="ctr"/>
        <c:lblOffset val="100"/>
        <c:noMultiLvlLbl val="0"/>
      </c:catAx>
      <c:valAx>
        <c:axId val="858279296"/>
        <c:scaling>
          <c:orientation val="minMax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8582869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o-RO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728324295906571E-2"/>
          <c:y val="0.14785763120100032"/>
          <c:w val="0.96271675704093429"/>
          <c:h val="0.781458310917093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A375B"/>
            </a:solidFill>
            <a:ln>
              <a:noFill/>
            </a:ln>
            <a:effectLst/>
          </c:spPr>
          <c:invertIfNegative val="0"/>
          <c:cat>
            <c:strRef>
              <c:f/>
              <c:strCach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strCache>
            </c:strRef>
          </c:cat>
          <c:val>
            <c:numRef>
              <c:f/>
              <c:numCache>
                <c:formatCode>0.00</c:formatCod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B6-46C6-A399-81664B8EBBF9}"/>
            </c:ext>
          </c:extLst>
        </c:ser>
        <c:ser>
          <c:idx val="1"/>
          <c:order val="1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strRef>
              <c:f/>
              <c:strCach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strCache>
            </c:strRef>
          </c:cat>
          <c:val>
            <c:numRef>
              <c:f/>
              <c:numCache>
                <c:formatCode>0.00</c:formatCod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B6-46C6-A399-81664B8EBBF9}"/>
            </c:ext>
          </c:extLst>
        </c:ser>
        <c:ser>
          <c:idx val="2"/>
          <c:order val="2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BCC8"/>
            </a:solidFill>
            <a:ln>
              <a:noFill/>
            </a:ln>
            <a:effectLst/>
          </c:spPr>
          <c:invertIfNegative val="0"/>
          <c:cat>
            <c:strRef>
              <c:f/>
              <c:strCach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strCache>
            </c:strRef>
          </c:cat>
          <c:val>
            <c:numRef>
              <c:f/>
              <c:numCache>
                <c:formatCode>0.00</c:formatCod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B6-46C6-A399-81664B8EBBF9}"/>
            </c:ext>
          </c:extLst>
        </c:ser>
        <c:ser>
          <c:idx val="3"/>
          <c:order val="3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DBA628"/>
            </a:solidFill>
            <a:ln>
              <a:noFill/>
            </a:ln>
            <a:effectLst/>
          </c:spPr>
          <c:invertIfNegative val="0"/>
          <c:cat>
            <c:strRef>
              <c:f/>
              <c:strCach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strCache>
            </c:strRef>
          </c:cat>
          <c:val>
            <c:numRef>
              <c:f/>
              <c:numCache>
                <c:formatCode>0.00</c:formatCod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7B6-46C6-A399-81664B8EBBF9}"/>
            </c:ext>
          </c:extLst>
        </c:ser>
        <c:ser>
          <c:idx val="4"/>
          <c:order val="4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0000">
                <a:lumMod val="65000"/>
                <a:lumOff val="35000"/>
              </a:srgbClr>
            </a:solidFill>
            <a:ln>
              <a:noFill/>
            </a:ln>
            <a:effectLst/>
          </c:spPr>
          <c:invertIfNegative val="0"/>
          <c:cat>
            <c:strRef>
              <c:f/>
              <c:strCach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strCache>
            </c:strRef>
          </c:cat>
          <c:val>
            <c:numRef>
              <c:f/>
              <c:numCache>
                <c:formatCode>0.00</c:formatCod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7B6-46C6-A399-81664B8EBB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71663744"/>
        <c:axId val="971661824"/>
      </c:barChart>
      <c:catAx>
        <c:axId val="971663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971661824"/>
        <c:crosses val="autoZero"/>
        <c:auto val="1"/>
        <c:lblAlgn val="ctr"/>
        <c:lblOffset val="100"/>
        <c:noMultiLvlLbl val="0"/>
      </c:catAx>
      <c:valAx>
        <c:axId val="971661824"/>
        <c:scaling>
          <c:orientation val="minMax"/>
          <c:max val="5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971663744"/>
        <c:crosses val="autoZero"/>
        <c:crossBetween val="between"/>
      </c:valAx>
      <c:spPr>
        <a:solidFill>
          <a:srgbClr val="FFFFFF">
            <a:alpha val="21176"/>
          </a:srgbClr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548271068860514E-3"/>
          <c:y val="2.5197524667888781E-3"/>
          <c:w val="0.99845172893113954"/>
          <c:h val="0.10822482759265954"/>
        </c:manualLayout>
      </c:layout>
      <c:overlay val="0"/>
      <c:spPr>
        <a:solidFill>
          <a:srgbClr val="FFFFFF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o-R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>
        <a:alpha val="20000"/>
      </a:srgbClr>
    </a:solidFill>
    <a:ln>
      <a:noFill/>
    </a:ln>
    <a:effectLst/>
  </c:spPr>
  <c:txPr>
    <a:bodyPr/>
    <a:lstStyle/>
    <a:p>
      <a:pPr>
        <a:defRPr/>
      </a:pPr>
      <a:endParaRPr lang="ro-RO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2972994982870272E-2"/>
          <c:y val="1.7715345718013607E-2"/>
          <c:w val="0.96271675704093429"/>
          <c:h val="0.7814583109170932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2F5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B61E-4898-8DB3-94C179D97DA3}"/>
              </c:ext>
            </c:extLst>
          </c:dPt>
          <c:dPt>
            <c:idx val="2"/>
            <c:invertIfNegative val="0"/>
            <c:bubble3D val="0"/>
            <c:spPr>
              <a:solidFill>
                <a:srgbClr val="00A19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B61E-4898-8DB3-94C179D97DA3}"/>
              </c:ext>
            </c:extLst>
          </c:dPt>
          <c:dPt>
            <c:idx val="3"/>
            <c:invertIfNegative val="0"/>
            <c:bubble3D val="0"/>
            <c:spPr>
              <a:solidFill>
                <a:srgbClr val="DBA9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61E-4898-8DB3-94C179D97DA3}"/>
              </c:ext>
            </c:extLst>
          </c:dPt>
          <c:dPt>
            <c:idx val="4"/>
            <c:invertIfNegative val="0"/>
            <c:bubble3D val="0"/>
            <c:spPr>
              <a:solidFill>
                <a:srgbClr val="54545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61E-4898-8DB3-94C179D97DA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2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o-RO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/>
              <c:strCach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strCache>
            </c:strRef>
          </c:cat>
          <c:val>
            <c:numRef>
              <c:f/>
              <c:numCache>
                <c:formatCode>0.00</c:formatCod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B6-46C6-A399-81664B8EBBF9}"/>
            </c:ext>
          </c:extLst>
        </c:ser>
        <c:ser>
          <c:idx val="1"/>
          <c:order val="1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05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B61E-4898-8DB3-94C179D97DA3}"/>
              </c:ext>
            </c:extLst>
          </c:dPt>
          <c:dPt>
            <c:idx val="2"/>
            <c:invertIfNegative val="0"/>
            <c:bubble3D val="0"/>
            <c:spPr>
              <a:solidFill>
                <a:srgbClr val="00A19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61E-4898-8DB3-94C179D97DA3}"/>
              </c:ext>
            </c:extLst>
          </c:dPt>
          <c:dPt>
            <c:idx val="3"/>
            <c:invertIfNegative val="0"/>
            <c:bubble3D val="0"/>
            <c:spPr>
              <a:solidFill>
                <a:srgbClr val="DBA9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B61E-4898-8DB3-94C179D97DA3}"/>
              </c:ext>
            </c:extLst>
          </c:dPt>
          <c:dPt>
            <c:idx val="4"/>
            <c:invertIfNegative val="0"/>
            <c:bubble3D val="0"/>
            <c:spPr>
              <a:solidFill>
                <a:srgbClr val="54545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B61E-4898-8DB3-94C179D97DA3}"/>
              </c:ext>
            </c:extLst>
          </c:dPt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2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o-RO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/>
              <c:strCach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strCache>
            </c:strRef>
          </c:cat>
          <c:val>
            <c:numRef>
              <c:f/>
              <c:numCache>
                <c:formatCode>0.00</c:formatCod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7B6-46C6-A399-81664B8EBBF9}"/>
            </c:ext>
          </c:extLst>
        </c:ser>
        <c:ser>
          <c:idx val="2"/>
          <c:order val="2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DBA9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305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61E-4898-8DB3-94C179D97DA3}"/>
              </c:ext>
            </c:extLst>
          </c:dPt>
          <c:dPt>
            <c:idx val="1"/>
            <c:invertIfNegative val="0"/>
            <c:bubble3D val="0"/>
            <c:spPr>
              <a:solidFill>
                <a:srgbClr val="4472C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61E-4898-8DB3-94C179D97DA3}"/>
              </c:ext>
            </c:extLst>
          </c:dPt>
          <c:dPt>
            <c:idx val="2"/>
            <c:invertIfNegative val="0"/>
            <c:bubble3D val="0"/>
            <c:spPr>
              <a:solidFill>
                <a:srgbClr val="00A19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B61E-4898-8DB3-94C179D97DA3}"/>
              </c:ext>
            </c:extLst>
          </c:dPt>
          <c:dPt>
            <c:idx val="4"/>
            <c:invertIfNegative val="0"/>
            <c:bubble3D val="0"/>
            <c:spPr>
              <a:solidFill>
                <a:srgbClr val="54545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61E-4898-8DB3-94C179D97DA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3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o-RO"/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/>
              <c:strCach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strCache>
            </c:strRef>
          </c:cat>
          <c:val>
            <c:numRef>
              <c:f/>
              <c:numCache>
                <c:formatCode>0.00</c:formatCode>
                <c:ptCount val="5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B6-46C6-A399-81664B8EBB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71663744"/>
        <c:axId val="971661824"/>
      </c:barChart>
      <c:catAx>
        <c:axId val="971663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971661824"/>
        <c:crosses val="autoZero"/>
        <c:auto val="1"/>
        <c:lblAlgn val="ctr"/>
        <c:lblOffset val="100"/>
        <c:noMultiLvlLbl val="0"/>
      </c:catAx>
      <c:valAx>
        <c:axId val="971661824"/>
        <c:scaling>
          <c:orientation val="minMax"/>
          <c:max val="5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971663744"/>
        <c:crosses val="autoZero"/>
        <c:crossBetween val="between"/>
      </c:valAx>
      <c:spPr>
        <a:solidFill>
          <a:srgbClr val="FFFFFF">
            <a:alpha val="21176"/>
          </a:srgbClr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>
        <a:alpha val="20000"/>
      </a:srgbClr>
    </a:solidFill>
    <a:ln>
      <a:noFill/>
    </a:ln>
    <a:effectLst/>
  </c:spPr>
  <c:txPr>
    <a:bodyPr rot="5400000" vert="horz"/>
    <a:lstStyle/>
    <a:p>
      <a:pPr>
        <a:defRPr/>
      </a:pPr>
      <a:endParaRPr lang="ro-RO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7476728395061731E-2"/>
          <c:y val="2.2080081931975706E-2"/>
          <c:w val="0.93468376543209875"/>
          <c:h val="0.748106427335449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3057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00305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3F5-46A1-A7CB-3D6278BB53F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o-R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/>
              <c:strCach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strCache>
            </c:strRef>
          </c:cat>
          <c:val>
            <c:numRef>
              <c:f/>
              <c:numCache>
                <c:formatCode>0.00</c:formatCod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B7-41C7-8CA9-749F41B3B48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71677184"/>
        <c:axId val="971672384"/>
      </c:barChart>
      <c:catAx>
        <c:axId val="971677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971672384"/>
        <c:crosses val="autoZero"/>
        <c:auto val="1"/>
        <c:lblAlgn val="ctr"/>
        <c:lblOffset val="100"/>
        <c:noMultiLvlLbl val="0"/>
      </c:catAx>
      <c:valAx>
        <c:axId val="971672384"/>
        <c:scaling>
          <c:orientation val="minMax"/>
          <c:max val="5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971677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>
        <a:alpha val="0"/>
      </a:srgbClr>
    </a:solidFill>
    <a:ln>
      <a:noFill/>
    </a:ln>
    <a:effectLst/>
  </c:spPr>
  <c:txPr>
    <a:bodyPr/>
    <a:lstStyle/>
    <a:p>
      <a:pPr>
        <a:defRPr sz="3000"/>
      </a:pPr>
      <a:endParaRPr lang="ro-RO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7476728395061731E-2"/>
          <c:y val="1.9648015963310613E-2"/>
          <c:w val="0.93468376543209875"/>
          <c:h val="0.750280752934122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o-R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/>
              <c:strCach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strCache>
            </c:strRef>
          </c:cat>
          <c:val>
            <c:numRef>
              <c:f/>
              <c:numCache>
                <c:formatCode>0.00</c:formatCod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B7-41C7-8CA9-749F41B3B48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71677184"/>
        <c:axId val="971672384"/>
      </c:barChart>
      <c:catAx>
        <c:axId val="971677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971672384"/>
        <c:crosses val="autoZero"/>
        <c:auto val="1"/>
        <c:lblAlgn val="ctr"/>
        <c:lblOffset val="100"/>
        <c:noMultiLvlLbl val="0"/>
      </c:catAx>
      <c:valAx>
        <c:axId val="971672384"/>
        <c:scaling>
          <c:orientation val="minMax"/>
          <c:max val="5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971677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>
        <a:alpha val="0"/>
      </a:srgbClr>
    </a:solidFill>
    <a:ln>
      <a:noFill/>
    </a:ln>
    <a:effectLst/>
  </c:spPr>
  <c:txPr>
    <a:bodyPr/>
    <a:lstStyle/>
    <a:p>
      <a:pPr>
        <a:defRPr sz="3000"/>
      </a:pPr>
      <a:endParaRPr lang="ro-RO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7476728395061731E-2"/>
          <c:y val="1.9648015963310613E-2"/>
          <c:w val="0.93468376543209875"/>
          <c:h val="0.750280752934122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A19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A19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C95-46BE-B93D-9D62C683170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o-R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/>
              <c:strCach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strCache>
            </c:strRef>
          </c:cat>
          <c:val>
            <c:numRef>
              <c:f/>
              <c:numCache>
                <c:formatCode>0.00</c:formatCod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B7-41C7-8CA9-749F41B3B48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71677184"/>
        <c:axId val="971672384"/>
      </c:barChart>
      <c:catAx>
        <c:axId val="971677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971672384"/>
        <c:crosses val="autoZero"/>
        <c:auto val="1"/>
        <c:lblAlgn val="ctr"/>
        <c:lblOffset val="100"/>
        <c:noMultiLvlLbl val="0"/>
      </c:catAx>
      <c:valAx>
        <c:axId val="971672384"/>
        <c:scaling>
          <c:orientation val="minMax"/>
          <c:max val="5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971677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>
        <a:alpha val="0"/>
      </a:srgbClr>
    </a:solidFill>
    <a:ln>
      <a:noFill/>
    </a:ln>
    <a:effectLst/>
  </c:spPr>
  <c:txPr>
    <a:bodyPr/>
    <a:lstStyle/>
    <a:p>
      <a:pPr>
        <a:defRPr sz="3000"/>
      </a:pPr>
      <a:endParaRPr lang="ro-RO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>
        <c:manualLayout>
          <c:layoutTarget val="inner"/>
          <c:xMode val="edge"/>
          <c:yMode val="edge"/>
          <c:x val="5.7476728395061731E-2"/>
          <c:y val="1.9648015963310613E-2"/>
          <c:w val="0.93468376543209875"/>
          <c:h val="0.750280752934122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143-47CC-917A-A9E914F4058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o-R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/>
              <c:strCach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strCache>
            </c:strRef>
          </c:cat>
          <c:val>
            <c:numRef>
              <c:f/>
              <c:numCache>
                <c:formatCode>0.00</c:formatCod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B7-41C7-8CA9-749F41B3B48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71677184"/>
        <c:axId val="971672384"/>
      </c:barChart>
      <c:catAx>
        <c:axId val="971677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971672384"/>
        <c:crosses val="autoZero"/>
        <c:auto val="1"/>
        <c:lblAlgn val="ctr"/>
        <c:lblOffset val="100"/>
        <c:noMultiLvlLbl val="0"/>
      </c:catAx>
      <c:valAx>
        <c:axId val="971672384"/>
        <c:scaling>
          <c:orientation val="minMax"/>
          <c:max val="5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971677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>
        <a:alpha val="0"/>
      </a:srgbClr>
    </a:solidFill>
    <a:ln>
      <a:noFill/>
    </a:ln>
    <a:effectLst/>
  </c:spPr>
  <c:txPr>
    <a:bodyPr/>
    <a:lstStyle/>
    <a:p>
      <a:pPr>
        <a:defRPr sz="3000"/>
      </a:pPr>
      <a:endParaRPr lang="ro-RO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>
        <c:manualLayout>
          <c:layoutTarget val="inner"/>
          <c:xMode val="edge"/>
          <c:yMode val="edge"/>
          <c:x val="5.7476728395061731E-2"/>
          <c:y val="1.9648015963310613E-2"/>
          <c:w val="0.93468376543209875"/>
          <c:h val="0.750280752934122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/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F9C-4D40-8CFE-E616CF24B2C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o-R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/>
              <c:strCach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strCache>
            </c:strRef>
          </c:cat>
          <c:val>
            <c:numRef>
              <c:f/>
              <c:numCache>
                <c:formatCode>0.00</c:formatCode>
                <c:ptCount val="6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B7-41C7-8CA9-749F41B3B48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71677184"/>
        <c:axId val="971672384"/>
      </c:barChart>
      <c:catAx>
        <c:axId val="9716771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971672384"/>
        <c:crosses val="autoZero"/>
        <c:auto val="1"/>
        <c:lblAlgn val="ctr"/>
        <c:lblOffset val="100"/>
        <c:noMultiLvlLbl val="0"/>
      </c:catAx>
      <c:valAx>
        <c:axId val="971672384"/>
        <c:scaling>
          <c:orientation val="minMax"/>
          <c:max val="5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o-RO"/>
          </a:p>
        </c:txPr>
        <c:crossAx val="971677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>
        <a:alpha val="2000"/>
      </a:srgbClr>
    </a:solidFill>
    <a:ln>
      <a:noFill/>
    </a:ln>
    <a:effectLst/>
  </c:spPr>
  <c:txPr>
    <a:bodyPr/>
    <a:lstStyle/>
    <a:p>
      <a:pPr>
        <a:defRPr sz="3000"/>
      </a:pPr>
      <a:endParaRPr lang="ro-R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10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DE7F1F-A6F5-AA29-B0DA-71C24C051A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DC76E2-C3F6-D6FB-9A56-0AF8E8A9B5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1C7876-372F-41FF-9DB3-224D4CCF8153}" type="datetimeFigureOut">
              <a:rPr lang="en-ID" smtClean="0"/>
              <a:t>03/11/2025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EBD1D6-8646-1482-3C0C-5C17D4885D7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908686-DE86-446C-187C-A472E93D76C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AA8142-59CE-4582-8F42-05E1D624AC4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01234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89555-36C2-AC46-8FAD-DC8F77043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15773400" cy="1045722"/>
          </a:xfrm>
          <a:prstGeom prst="rect">
            <a:avLst/>
          </a:prstGeom>
        </p:spPr>
        <p:txBody>
          <a:bodyPr/>
          <a:lstStyle>
            <a:lvl1pPr>
              <a:defRPr sz="3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854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4D324-C61E-AE32-9150-4023489FF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/>
          <a:lstStyle>
            <a:lvl1pPr>
              <a:defRPr sz="3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324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uperimpo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BE989-37A3-4661-26AD-CF6B696FC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330" y="547688"/>
            <a:ext cx="10638953" cy="1987281"/>
          </a:xfrm>
          <a:prstGeom prst="rect">
            <a:avLst/>
          </a:prstGeom>
        </p:spPr>
        <p:txBody>
          <a:bodyPr/>
          <a:lstStyle>
            <a:lvl1pPr>
              <a:defRPr sz="3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21889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51EEB-8F3B-D5D6-CB15-ED6891B99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15773400" cy="1045722"/>
          </a:xfrm>
          <a:prstGeom prst="rect">
            <a:avLst/>
          </a:prstGeom>
        </p:spPr>
        <p:txBody>
          <a:bodyPr/>
          <a:lstStyle>
            <a:lvl1pPr>
              <a:defRPr sz="3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3704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F4322-859D-117E-AA0E-FD9F41B4B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15773400" cy="1081936"/>
          </a:xfrm>
          <a:prstGeom prst="rect">
            <a:avLst/>
          </a:prstGeom>
        </p:spPr>
        <p:txBody>
          <a:bodyPr/>
          <a:lstStyle>
            <a:lvl1pPr>
              <a:defRPr sz="3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5741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pattern 2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9887A-B297-32B5-D8F3-4E63BAABF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/>
          <a:lstStyle>
            <a:lvl1pPr>
              <a:defRPr sz="3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7009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pattern 1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9887A-B297-32B5-D8F3-4E63BAABF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/>
          <a:lstStyle>
            <a:lvl1pPr>
              <a:defRPr sz="3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182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33A86-3D02-282F-A24D-6AEB576CD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41405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0" y="821533"/>
            <a:ext cx="15544800" cy="75723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o-RO" dirty="0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079500" y="2971801"/>
            <a:ext cx="15544800" cy="6815138"/>
          </a:xfrm>
        </p:spPr>
        <p:txBody>
          <a:bodyPr/>
          <a:lstStyle/>
          <a:p>
            <a:pPr lvl="0"/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2427555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653375"/>
          </a:xfrm>
          <a:prstGeom prst="rect">
            <a:avLst/>
          </a:prstGeom>
        </p:spPr>
        <p:txBody>
          <a:bodyPr/>
          <a:lstStyle>
            <a:lvl1pPr algn="l">
              <a:defRPr sz="4500" cap="all" baseline="0">
                <a:solidFill>
                  <a:srgbClr val="111119"/>
                </a:solidFill>
                <a:latin typeface="Geomanist Medium" panose="02000603000000020004" pitchFamily="50" charset="-18"/>
              </a:defRPr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2231021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89555-36C2-AC46-8FAD-DC8F77043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15773400" cy="1045722"/>
          </a:xfrm>
          <a:prstGeom prst="rect">
            <a:avLst/>
          </a:prstGeom>
        </p:spPr>
        <p:txBody>
          <a:bodyPr/>
          <a:lstStyle>
            <a:lvl1pPr>
              <a:defRPr sz="3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9013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4D324-C61E-AE32-9150-4023489FF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/>
          <a:lstStyle>
            <a:lvl1pPr>
              <a:defRPr sz="3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23439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superimpos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BE989-37A3-4661-26AD-CF6B696FC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330" y="547688"/>
            <a:ext cx="10638953" cy="1987281"/>
          </a:xfrm>
          <a:prstGeom prst="rect">
            <a:avLst/>
          </a:prstGeom>
        </p:spPr>
        <p:txBody>
          <a:bodyPr/>
          <a:lstStyle>
            <a:lvl1pPr>
              <a:defRPr sz="3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2558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51EEB-8F3B-D5D6-CB15-ED6891B99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15773400" cy="1045722"/>
          </a:xfrm>
          <a:prstGeom prst="rect">
            <a:avLst/>
          </a:prstGeom>
        </p:spPr>
        <p:txBody>
          <a:bodyPr/>
          <a:lstStyle>
            <a:lvl1pPr>
              <a:defRPr sz="3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038757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F4322-859D-117E-AA0E-FD9F41B4B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9"/>
            <a:ext cx="15773400" cy="1081936"/>
          </a:xfrm>
          <a:prstGeom prst="rect">
            <a:avLst/>
          </a:prstGeom>
        </p:spPr>
        <p:txBody>
          <a:bodyPr/>
          <a:lstStyle>
            <a:lvl1pPr>
              <a:defRPr sz="3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9607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pattern 2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9887A-B297-32B5-D8F3-4E63BAABF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/>
          <a:lstStyle>
            <a:lvl1pPr>
              <a:defRPr sz="3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9068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pattern 1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9887A-B297-32B5-D8F3-4E63BAABF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/>
          <a:lstStyle>
            <a:lvl1pPr>
              <a:defRPr sz="35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8010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33A86-3D02-282F-A24D-6AEB576CD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8602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0" y="821533"/>
            <a:ext cx="15544800" cy="75723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ro-RO" dirty="0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079500" y="2971801"/>
            <a:ext cx="15544800" cy="6815138"/>
          </a:xfrm>
        </p:spPr>
        <p:txBody>
          <a:bodyPr/>
          <a:lstStyle/>
          <a:p>
            <a:pPr lvl="0"/>
            <a:endParaRPr lang="ro-RO" noProof="0"/>
          </a:p>
        </p:txBody>
      </p:sp>
    </p:spTree>
    <p:extLst>
      <p:ext uri="{BB962C8B-B14F-4D97-AF65-F5344CB8AC3E}">
        <p14:creationId xmlns:p14="http://schemas.microsoft.com/office/powerpoint/2010/main" val="3903373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15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6F2E2DE-D2D3-F36C-D8D1-108DC1B01148}"/>
              </a:ext>
            </a:extLst>
          </p:cNvPr>
          <p:cNvSpPr/>
          <p:nvPr/>
        </p:nvSpPr>
        <p:spPr>
          <a:xfrm>
            <a:off x="-358774" y="9784464"/>
            <a:ext cx="1100731" cy="50253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Slide Number Placeholder 20">
            <a:extLst>
              <a:ext uri="{FF2B5EF4-FFF2-40B4-BE49-F238E27FC236}">
                <a16:creationId xmlns:a16="http://schemas.microsoft.com/office/drawing/2014/main" id="{43676754-BD64-0760-BED2-CE72200F828B}"/>
              </a:ext>
            </a:extLst>
          </p:cNvPr>
          <p:cNvSpPr txBox="1">
            <a:spLocks/>
          </p:cNvSpPr>
          <p:nvPr/>
        </p:nvSpPr>
        <p:spPr>
          <a:xfrm>
            <a:off x="146348" y="9828288"/>
            <a:ext cx="57755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EFA607-D7E9-4A0C-A9EB-BBD1F5998665}" type="slidenum">
              <a:rPr lang="ro-RO" smtClean="0">
                <a:solidFill>
                  <a:schemeClr val="bg2"/>
                </a:solidFill>
              </a:rPr>
              <a:t>‹#›</a:t>
            </a:fld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E0ECE0-6E62-D402-9AC3-69BD84C7803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923" y="9906644"/>
            <a:ext cx="948153" cy="20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30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63" r:id="rId2"/>
    <p:sldLayoutId id="2147483761" r:id="rId3"/>
    <p:sldLayoutId id="2147483762" r:id="rId4"/>
    <p:sldLayoutId id="2147483764" r:id="rId5"/>
    <p:sldLayoutId id="2147483765" r:id="rId6"/>
    <p:sldLayoutId id="2147483766" r:id="rId7"/>
    <p:sldLayoutId id="2147483769" r:id="rId8"/>
    <p:sldLayoutId id="2147483771" r:id="rId9"/>
    <p:sldLayoutId id="2147483773" r:id="rId10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 userDrawn="1">
          <p15:clr>
            <a:srgbClr val="F26B43"/>
          </p15:clr>
        </p15:guide>
        <p15:guide id="2" pos="57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6F2E2DE-D2D3-F36C-D8D1-108DC1B01148}"/>
              </a:ext>
            </a:extLst>
          </p:cNvPr>
          <p:cNvSpPr/>
          <p:nvPr/>
        </p:nvSpPr>
        <p:spPr>
          <a:xfrm>
            <a:off x="-358774" y="9784464"/>
            <a:ext cx="1100731" cy="50253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Slide Number Placeholder 20">
            <a:extLst>
              <a:ext uri="{FF2B5EF4-FFF2-40B4-BE49-F238E27FC236}">
                <a16:creationId xmlns:a16="http://schemas.microsoft.com/office/drawing/2014/main" id="{43676754-BD64-0760-BED2-CE72200F828B}"/>
              </a:ext>
            </a:extLst>
          </p:cNvPr>
          <p:cNvSpPr txBox="1">
            <a:spLocks/>
          </p:cNvSpPr>
          <p:nvPr/>
        </p:nvSpPr>
        <p:spPr>
          <a:xfrm>
            <a:off x="146348" y="9828288"/>
            <a:ext cx="577551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EFA607-D7E9-4A0C-A9EB-BBD1F5998665}" type="slidenum">
              <a:rPr lang="ro-RO" smtClean="0">
                <a:solidFill>
                  <a:schemeClr val="bg2"/>
                </a:solidFill>
              </a:rPr>
              <a:t>‹#›</a:t>
            </a:fld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E0ECE0-6E62-D402-9AC3-69BD84C78036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923" y="9906644"/>
            <a:ext cx="948153" cy="20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675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trendconsult.eu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5" Type="http://schemas.openxmlformats.org/officeDocument/2006/relationships/chart" Target="../charts/chart1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www.trendconsult.eu/" TargetMode="External"/><Relationship Id="rId4" Type="http://schemas.openxmlformats.org/officeDocument/2006/relationships/hyperlink" Target="mailto:office@trendconsult.e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5D3C973-BE37-6387-586A-AFC49C7B59B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48" t="-609" r="29864" b="613"/>
          <a:stretch/>
        </p:blipFill>
        <p:spPr>
          <a:xfrm flipH="1">
            <a:off x="1045987" y="-259080"/>
            <a:ext cx="8390311" cy="9387840"/>
          </a:xfrm>
          <a:prstGeom prst="roundRect">
            <a:avLst>
              <a:gd name="adj" fmla="val 2770"/>
            </a:avLst>
          </a:prstGeom>
          <a:ln>
            <a:noFill/>
          </a:ln>
          <a:effectLst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5ECE3E9-2DF4-C43C-7DCD-4E6DD51FB988}"/>
              </a:ext>
            </a:extLst>
          </p:cNvPr>
          <p:cNvSpPr/>
          <p:nvPr/>
        </p:nvSpPr>
        <p:spPr>
          <a:xfrm>
            <a:off x="0" y="9298707"/>
            <a:ext cx="1104900" cy="9882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9D4E75A-8DD6-8611-1D2D-C5E2F105A5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655851" y="447152"/>
            <a:ext cx="3075255" cy="1424712"/>
          </a:xfrm>
          <a:prstGeom prst="rect">
            <a:avLst/>
          </a:prstGeom>
        </p:spPr>
      </p:pic>
      <p:sp>
        <p:nvSpPr>
          <p:cNvPr id="23" name="Google Shape;136;p25">
            <a:extLst>
              <a:ext uri="{FF2B5EF4-FFF2-40B4-BE49-F238E27FC236}">
                <a16:creationId xmlns:a16="http://schemas.microsoft.com/office/drawing/2014/main" id="{4079C02A-9477-52CF-D08E-3865DA617B52}"/>
              </a:ext>
            </a:extLst>
          </p:cNvPr>
          <p:cNvSpPr txBox="1"/>
          <p:nvPr/>
        </p:nvSpPr>
        <p:spPr>
          <a:xfrm>
            <a:off x="1036320" y="9364800"/>
            <a:ext cx="5491435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US" sz="2500" b="0" i="0" u="none" strike="noStrike" cap="none" dirty="0">
                <a:solidFill>
                  <a:schemeClr val="tx2"/>
                </a:solidFill>
                <a:latin typeface="Raleway" panose="020B0503030101060003" pitchFamily="34" charset="-18"/>
                <a:ea typeface="Poppins Medium"/>
                <a:cs typeface="Poppins Medium"/>
                <a:sym typeface="Poppins Medium"/>
              </a:rPr>
              <a:t/>
            </a:r>
            <a:r>
              <a:rPr lang="ro-RO" sz="2500" b="0" i="0" u="none" strike="noStrike" cap="none" dirty="0">
                <a:solidFill>
                  <a:schemeClr val="tx2"/>
                </a:solidFill>
                <a:latin typeface="Raleway" panose="020B0503030101060003" pitchFamily="34" charset="-18"/>
                <a:ea typeface="Poppins Medium"/>
                <a:cs typeface="Poppins Medium"/>
                <a:sym typeface="Poppins Medium"/>
              </a:rPr>
              <a:t/>
            </a:r>
            <a:r>
              <a:rPr lang="ro-RO" sz="2500" i="0" u="none" strike="noStrike" cap="none" dirty="0">
                <a:solidFill>
                  <a:schemeClr val="tx2"/>
                </a:solidFill>
                <a:latin typeface="Raleway" panose="020B0503030101060003" pitchFamily="34" charset="-18"/>
                <a:ea typeface="Poppins"/>
                <a:cs typeface="Poppins"/>
                <a:sym typeface="Poppins"/>
              </a:rPr>
              <a:t/>
            </a:r>
            <a:r>
              <a:rPr lang="en-US" sz="2500" i="0" u="none" strike="noStrike" cap="none" dirty="0">
                <a:solidFill>
                  <a:schemeClr val="tx2"/>
                </a:solidFill>
                <a:latin typeface="Raleway" panose="020B0503030101060003" pitchFamily="34" charset="-18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ro-RO" sz="2500" i="0" u="none" strike="noStrike" cap="none" dirty="0">
                <a:solidFill>
                  <a:schemeClr val="tx2"/>
                </a:solidFill>
                <a:latin typeface="Raleway" panose="020B0503030101060003" pitchFamily="34" charset="-18"/>
                <a:ea typeface="Poppins"/>
                <a:cs typeface="Poppins"/>
                <a:sym typeface="Poppins"/>
              </a:rPr>
              <a:t/>
            </a:r>
            <a:endParaRPr lang="en-US" sz="2500" b="0" i="0" u="none" strike="noStrike" cap="none" dirty="0">
              <a:solidFill>
                <a:schemeClr val="tx2"/>
              </a:solidFill>
              <a:latin typeface="Raleway" panose="020B0503030101060003" pitchFamily="34" charset="-18"/>
              <a:sym typeface="Arial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836C336-08FC-449A-BEBE-2EDECBBF37CE}"/>
              </a:ext>
            </a:extLst>
          </p:cNvPr>
          <p:cNvGrpSpPr/>
          <p:nvPr/>
        </p:nvGrpSpPr>
        <p:grpSpPr>
          <a:xfrm>
            <a:off x="9018270" y="3108101"/>
            <a:ext cx="8564880" cy="4645983"/>
            <a:chOff x="8347710" y="3108101"/>
            <a:chExt cx="8564880" cy="464598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5A8475F-DBD4-7B89-ABEC-9687FE5C99FF}"/>
                </a:ext>
              </a:extLst>
            </p:cNvPr>
            <p:cNvSpPr/>
            <p:nvPr/>
          </p:nvSpPr>
          <p:spPr>
            <a:xfrm>
              <a:off x="8347710" y="4301669"/>
              <a:ext cx="7397115" cy="3452415"/>
            </a:xfrm>
            <a:prstGeom prst="roundRect">
              <a:avLst>
                <a:gd name="adj" fmla="val 7933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Google Shape;130;p25">
              <a:extLst>
                <a:ext uri="{FF2B5EF4-FFF2-40B4-BE49-F238E27FC236}">
                  <a16:creationId xmlns:a16="http://schemas.microsoft.com/office/drawing/2014/main" id="{68BE058E-FF71-929B-7742-D0ED777CFCC6}"/>
                </a:ext>
              </a:extLst>
            </p:cNvPr>
            <p:cNvSpPr txBox="1"/>
            <p:nvPr/>
          </p:nvSpPr>
          <p:spPr>
            <a:xfrm>
              <a:off x="8849417" y="6949706"/>
              <a:ext cx="6588704" cy="7847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ro-RO" sz="3000" b="1" i="0" u="none" strike="noStrike" cap="none" spc="300" dirty="0">
                  <a:solidFill>
                    <a:schemeClr val="bg2"/>
                  </a:solidFill>
                  <a:ea typeface="Poppins"/>
                  <a:cs typeface="Poppins"/>
                  <a:sym typeface="Poppins"/>
                </a:rPr>
                <a:t/>
              </a:r>
              <a:endParaRPr sz="3000" b="1" i="0" u="none" strike="noStrike" cap="none" spc="300" dirty="0">
                <a:solidFill>
                  <a:schemeClr val="bg2"/>
                </a:solidFill>
                <a:sym typeface="Arial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553CEA9-A853-42BD-E2C5-C90FA8D1BD78}"/>
                </a:ext>
              </a:extLst>
            </p:cNvPr>
            <p:cNvGrpSpPr/>
            <p:nvPr/>
          </p:nvGrpSpPr>
          <p:grpSpPr>
            <a:xfrm>
              <a:off x="8347710" y="3108101"/>
              <a:ext cx="8564880" cy="3887325"/>
              <a:chOff x="7261860" y="3776406"/>
              <a:chExt cx="8564880" cy="3887325"/>
            </a:xfrm>
          </p:grpSpPr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0CAFC360-E42C-974A-6100-D4A720DA5357}"/>
                  </a:ext>
                </a:extLst>
              </p:cNvPr>
              <p:cNvSpPr/>
              <p:nvPr/>
            </p:nvSpPr>
            <p:spPr>
              <a:xfrm>
                <a:off x="7261860" y="3776406"/>
                <a:ext cx="8564880" cy="3887325"/>
              </a:xfrm>
              <a:prstGeom prst="roundRect">
                <a:avLst>
                  <a:gd name="adj" fmla="val 7933"/>
                </a:avLst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430257A-C394-8219-DF62-058DAAC87094}"/>
                  </a:ext>
                </a:extLst>
              </p:cNvPr>
              <p:cNvSpPr txBox="1"/>
              <p:nvPr/>
            </p:nvSpPr>
            <p:spPr>
              <a:xfrm>
                <a:off x="7620000" y="4409470"/>
                <a:ext cx="78486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ro-RO" sz="7000" dirty="0">
                    <a:solidFill>
                      <a:schemeClr val="bg2"/>
                    </a:solidFill>
                    <a:latin typeface="+mj-lt"/>
                    <a:sym typeface="Montserrat-Bold" panose="02000505000000020004" pitchFamily="2" charset="0"/>
                  </a:rPr>
                  <a:t/>
                </a:r>
                <a:r>
                  <a:rPr lang="ro-RO" altLang="ro-RO" sz="7000" dirty="0">
                    <a:solidFill>
                      <a:schemeClr val="bg2"/>
                    </a:solidFill>
                    <a:latin typeface="+mj-lt"/>
                    <a:sym typeface="Montserrat-Bold" panose="02000505000000020004" pitchFamily="2" charset="0"/>
                  </a:rPr>
                  <a:t/>
                </a:r>
                <a:br>
                  <a:rPr lang="en-US" altLang="ro-RO" sz="7000" dirty="0">
                    <a:solidFill>
                      <a:schemeClr val="bg2"/>
                    </a:solidFill>
                    <a:latin typeface="+mj-lt"/>
                    <a:sym typeface="Montserrat-Bold" panose="02000505000000020004" pitchFamily="2" charset="0"/>
                  </a:rPr>
                </a:br>
                <a:r>
                  <a:rPr lang="ro-RO" altLang="ro-RO" sz="7000" dirty="0">
                    <a:solidFill>
                      <a:schemeClr val="bg2"/>
                    </a:solidFill>
                    <a:latin typeface="+mj-lt"/>
                    <a:sym typeface="Montserrat-Bold" panose="02000505000000020004" pitchFamily="2" charset="0"/>
                  </a:rPr>
                  <a:t/>
                </a:r>
                <a:r>
                  <a:rPr lang="en-GB" altLang="ro-RO" sz="7000" dirty="0" err="1">
                    <a:solidFill>
                      <a:schemeClr val="bg2"/>
                    </a:solidFill>
                    <a:latin typeface="+mj-lt"/>
                    <a:sym typeface="Montserrat-Bold" panose="02000505000000020004" pitchFamily="2" charset="0"/>
                  </a:rPr>
                  <a:t/>
                </a:r>
                <a:endParaRPr lang="ro-RO" altLang="ro-RO" sz="7000" dirty="0">
                  <a:solidFill>
                    <a:schemeClr val="bg2"/>
                  </a:solidFill>
                  <a:latin typeface="+mj-lt"/>
                  <a:sym typeface="Montserrat-Bold" panose="02000505000000020004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29083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92">
            <a:extLst>
              <a:ext uri="{FF2B5EF4-FFF2-40B4-BE49-F238E27FC236}">
                <a16:creationId xmlns:a16="http://schemas.microsoft.com/office/drawing/2014/main" id="{AFDEA5CA-20DB-4407-A6B1-0883113DD5CC}"/>
              </a:ext>
            </a:extLst>
          </p:cNvPr>
          <p:cNvSpPr txBox="1"/>
          <p:nvPr/>
        </p:nvSpPr>
        <p:spPr>
          <a:xfrm>
            <a:off x="833698" y="387851"/>
            <a:ext cx="165398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o-RO" sz="4000" b="1" i="0" u="none" strike="noStrike" kern="1200" cap="none" spc="0" normalizeH="0" baseline="0" noProof="0" dirty="0">
                <a:ln>
                  <a:noFill/>
                </a:ln>
                <a:solidFill>
                  <a:srgbClr val="003057"/>
                </a:solidFill>
                <a:effectLst/>
                <a:uLnTx/>
                <a:uFillTx/>
                <a:latin typeface="Raleway"/>
                <a:ea typeface="Roboto Black" panose="02000000000000000000" pitchFamily="2" charset="0"/>
                <a:cs typeface="Rubik ExtraBold" pitchFamily="2" charset="-79"/>
              </a:rPr>
              <a:t/>
            </a:r>
            <a:r>
              <a:rPr lang="ro-RO" sz="4000" b="1" kern="0" dirty="0">
                <a:solidFill>
                  <a:srgbClr val="D49802"/>
                </a:solidFill>
              </a:rPr>
              <a:t/>
            </a:r>
            <a:endParaRPr kumimoji="0" lang="en-US" sz="40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ea typeface="Roboto Black" panose="02000000000000000000" pitchFamily="2" charset="0"/>
              <a:cs typeface="Rubik ExtraBold" pitchFamily="2" charset="-79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CB395-EB3A-9A0F-49E5-148BBF556519}"/>
              </a:ext>
            </a:extLst>
          </p:cNvPr>
          <p:cNvSpPr txBox="1"/>
          <p:nvPr/>
        </p:nvSpPr>
        <p:spPr>
          <a:xfrm>
            <a:off x="1298644" y="2287478"/>
            <a:ext cx="7454900" cy="6160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b="1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b="1" dirty="0">
                <a:solidFill>
                  <a:srgbClr val="0A375B"/>
                </a:solidFill>
                <a:latin typeface="Open Sans"/>
              </a:rPr>
              <a:t/>
            </a:r>
            <a:endParaRPr lang="ro-RO" sz="2000" b="1" dirty="0">
              <a:solidFill>
                <a:srgbClr val="0A375B"/>
              </a:solidFill>
              <a:latin typeface="Open Sans"/>
            </a:endParaRPr>
          </a:p>
          <a:p>
            <a:pPr marL="257175" indent="-257175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A375B"/>
                </a:solidFill>
                <a:latin typeface="Open Sans"/>
              </a:rPr>
              <a:t/>
            </a:r>
            <a:r>
              <a:rPr lang="en-GB" sz="2000" b="1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b="1" dirty="0">
                <a:solidFill>
                  <a:srgbClr val="0A375B"/>
                </a:solidFill>
                <a:latin typeface="Open Sans"/>
              </a:rPr>
              <a:t/>
            </a:r>
            <a:r>
              <a:rPr lang="en-GB" sz="2000" b="1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  <a:endParaRPr lang="en-GB" sz="2000" dirty="0">
              <a:solidFill>
                <a:srgbClr val="0A375B"/>
              </a:solidFill>
              <a:latin typeface="Open Sans"/>
            </a:endParaRPr>
          </a:p>
          <a:p>
            <a:pPr marL="257175" indent="-257175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b="1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b="1" dirty="0">
                <a:solidFill>
                  <a:srgbClr val="0A375B"/>
                </a:solidFill>
                <a:latin typeface="Open Sans"/>
              </a:rPr>
              <a:t/>
            </a:r>
          </a:p>
          <a:p>
            <a:pPr marL="257175" indent="-257175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b="1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b="1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b="1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b="1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</a:p>
          <a:p>
            <a:pPr marL="257175" indent="-257175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b="1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b="1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 err="1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 err="1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 err="1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 err="1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 err="1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 err="1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 err="1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 err="1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 err="1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dirty="0" err="1">
                <a:solidFill>
                  <a:srgbClr val="0A375B"/>
                </a:solidFill>
                <a:latin typeface="Open Sans"/>
              </a:rPr>
              <a:t/>
            </a:r>
            <a:r>
              <a:rPr lang="en-GB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dirty="0" err="1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GB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GB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</a:p>
          <a:p>
            <a:pPr marL="257175" indent="-257175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b="1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b="1" dirty="0">
                <a:solidFill>
                  <a:srgbClr val="0A375B"/>
                </a:solidFill>
                <a:latin typeface="Open Sans"/>
              </a:rPr>
              <a:t/>
            </a:r>
            <a:endParaRPr lang="en-GB" sz="2000" b="1" dirty="0">
              <a:solidFill>
                <a:srgbClr val="0A375B"/>
              </a:solidFill>
              <a:latin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68F634-5682-1F30-6C99-F4C16A598E62}"/>
              </a:ext>
            </a:extLst>
          </p:cNvPr>
          <p:cNvSpPr txBox="1"/>
          <p:nvPr/>
        </p:nvSpPr>
        <p:spPr>
          <a:xfrm>
            <a:off x="8912968" y="2100452"/>
            <a:ext cx="8515350" cy="6160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b="1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  <a:endParaRPr lang="en-US" sz="2000" dirty="0">
              <a:solidFill>
                <a:srgbClr val="0A375B"/>
              </a:solidFill>
              <a:latin typeface="Open Sans"/>
            </a:endParaRPr>
          </a:p>
          <a:p>
            <a:pPr marL="257175" indent="-257175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b="1" dirty="0">
                <a:solidFill>
                  <a:srgbClr val="0A375B"/>
                </a:solidFill>
                <a:latin typeface="Open Sans"/>
              </a:rPr>
              <a:t/>
            </a:r>
            <a:endParaRPr lang="en-US" sz="2000" b="1" dirty="0">
              <a:solidFill>
                <a:srgbClr val="0A375B"/>
              </a:solidFill>
              <a:latin typeface="Open Sans"/>
            </a:endParaRPr>
          </a:p>
          <a:p>
            <a:pPr marL="257175" indent="-257175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b="1" dirty="0">
                <a:solidFill>
                  <a:srgbClr val="0A375B"/>
                </a:solidFill>
                <a:latin typeface="Open Sans"/>
              </a:rPr>
              <a:t/>
            </a:r>
          </a:p>
          <a:p>
            <a:pPr marL="257175" indent="-257175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it-IT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ro-RO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it-IT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it-IT" sz="2000" b="1" dirty="0">
                <a:solidFill>
                  <a:srgbClr val="0A375B"/>
                </a:solidFill>
                <a:latin typeface="Open Sans"/>
              </a:rPr>
              <a:t/>
            </a:r>
            <a:r>
              <a:rPr lang="it-IT" sz="2000" dirty="0">
                <a:solidFill>
                  <a:srgbClr val="0A375B"/>
                </a:solidFill>
                <a:latin typeface="Open Sans"/>
              </a:rPr>
              <a:t/>
            </a:r>
            <a:endParaRPr lang="ro-RO" sz="2000" dirty="0">
              <a:solidFill>
                <a:srgbClr val="0A375B"/>
              </a:solidFill>
              <a:latin typeface="Open Sans"/>
            </a:endParaRPr>
          </a:p>
          <a:p>
            <a:pPr marL="257175" indent="-257175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 err="1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 err="1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 err="1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 err="1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 err="1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 err="1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 err="1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 err="1">
                <a:solidFill>
                  <a:srgbClr val="0A375B"/>
                </a:solidFill>
                <a:latin typeface="Open Sans"/>
              </a:rPr>
              <a:t/>
            </a:r>
            <a:r>
              <a:rPr lang="en-US" sz="2000" dirty="0">
                <a:solidFill>
                  <a:srgbClr val="0A375B"/>
                </a:solidFill>
                <a:latin typeface="Open Sans"/>
              </a:rPr>
              <a:t/>
            </a:r>
            <a:endParaRPr lang="en-GB" sz="2000" dirty="0">
              <a:solidFill>
                <a:srgbClr val="0A375B"/>
              </a:solidFill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621705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62ED143-C504-DC39-137E-2FA064466CB6}"/>
              </a:ext>
            </a:extLst>
          </p:cNvPr>
          <p:cNvGrpSpPr/>
          <p:nvPr/>
        </p:nvGrpSpPr>
        <p:grpSpPr>
          <a:xfrm>
            <a:off x="10674943" y="3720782"/>
            <a:ext cx="7139557" cy="3078638"/>
            <a:chOff x="11502624" y="3508375"/>
            <a:chExt cx="4978801" cy="307863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66B974A-F51A-47CB-5E58-E3CC88E8AA6E}"/>
                </a:ext>
              </a:extLst>
            </p:cNvPr>
            <p:cNvSpPr/>
            <p:nvPr/>
          </p:nvSpPr>
          <p:spPr>
            <a:xfrm>
              <a:off x="11502624" y="5197316"/>
              <a:ext cx="4794651" cy="1389697"/>
            </a:xfrm>
            <a:prstGeom prst="roundRect">
              <a:avLst>
                <a:gd name="adj" fmla="val 18402"/>
              </a:avLst>
            </a:prstGeom>
            <a:solidFill>
              <a:schemeClr val="accent4"/>
            </a:solidFill>
            <a:ln w="152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altLang="ro-RO" sz="2500" b="1" i="0" u="none" strike="noStrike" kern="1200" cap="none" spc="300" normalizeH="0" baseline="0" noProof="0" dirty="0">
                <a:ln>
                  <a:noFill/>
                </a:ln>
                <a:solidFill>
                  <a:srgbClr val="F4F4F4"/>
                </a:solidFill>
                <a:effectLst/>
                <a:uLnTx/>
                <a:uFillTx/>
                <a:latin typeface="Raleway"/>
                <a:ea typeface="+mn-ea"/>
                <a:cs typeface="+mn-cs"/>
                <a:sym typeface="Montserrat-Bold" panose="02000505000000020004" pitchFamily="2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9233576-8FF7-7535-6A9C-FD0F5C43FC9D}"/>
                </a:ext>
              </a:extLst>
            </p:cNvPr>
            <p:cNvSpPr/>
            <p:nvPr/>
          </p:nvSpPr>
          <p:spPr>
            <a:xfrm>
              <a:off x="11502624" y="3508375"/>
              <a:ext cx="4978801" cy="2111375"/>
            </a:xfrm>
            <a:prstGeom prst="roundRect">
              <a:avLst>
                <a:gd name="adj" fmla="val 13149"/>
              </a:avLst>
            </a:prstGeom>
            <a:solidFill>
              <a:schemeClr val="tx2"/>
            </a:solidFill>
            <a:ln w="152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ro-RO" sz="4400" b="1" i="0" u="none" strike="noStrike" kern="1200" cap="none" spc="300" normalizeH="0" baseline="0" noProof="0" dirty="0" err="1">
                  <a:ln>
                    <a:noFill/>
                  </a:ln>
                  <a:solidFill>
                    <a:srgbClr val="F4F4F4"/>
                  </a:solidFill>
                  <a:effectLst/>
                  <a:uLnTx/>
                  <a:uFillTx/>
                  <a:latin typeface="Raleway"/>
                  <a:ea typeface="+mn-ea"/>
                  <a:cs typeface="+mn-cs"/>
                  <a:sym typeface="Montserrat-Bold" panose="02000505000000020004" pitchFamily="2" charset="0"/>
                </a:rPr>
                <a:t/>
              </a:r>
              <a:r>
                <a:rPr kumimoji="0" lang="en-US" altLang="ro-RO" sz="4400" b="1" i="0" u="none" strike="noStrike" kern="1200" cap="none" spc="300" normalizeH="0" baseline="0" noProof="0" dirty="0">
                  <a:ln>
                    <a:noFill/>
                  </a:ln>
                  <a:solidFill>
                    <a:srgbClr val="F4F4F4"/>
                  </a:solidFill>
                  <a:effectLst/>
                  <a:uLnTx/>
                  <a:uFillTx/>
                  <a:latin typeface="Raleway"/>
                  <a:ea typeface="+mn-ea"/>
                  <a:cs typeface="+mn-cs"/>
                  <a:sym typeface="Montserrat-Bold" panose="02000505000000020004" pitchFamily="2" charset="0"/>
                </a:rPr>
                <a:t/>
              </a:r>
              <a:r>
                <a:rPr kumimoji="0" lang="en-US" altLang="ro-RO" sz="4400" b="1" i="0" u="none" strike="noStrike" kern="1200" cap="none" spc="300" normalizeH="0" baseline="0" noProof="0" dirty="0" err="1">
                  <a:ln>
                    <a:noFill/>
                  </a:ln>
                  <a:solidFill>
                    <a:srgbClr val="F4F4F4"/>
                  </a:solidFill>
                  <a:effectLst/>
                  <a:uLnTx/>
                  <a:uFillTx/>
                  <a:latin typeface="Raleway"/>
                  <a:ea typeface="+mn-ea"/>
                  <a:cs typeface="+mn-cs"/>
                  <a:sym typeface="Montserrat-Bold" panose="02000505000000020004" pitchFamily="2" charset="0"/>
                </a:rPr>
                <a:t/>
              </a:r>
              <a:endParaRPr kumimoji="0" lang="ro-RO" altLang="ro-RO" sz="4400" b="1" i="0" u="none" strike="noStrike" kern="1200" cap="none" spc="300" normalizeH="0" baseline="0" noProof="0" dirty="0">
                <a:ln>
                  <a:noFill/>
                </a:ln>
                <a:solidFill>
                  <a:srgbClr val="F4F4F4"/>
                </a:solidFill>
                <a:effectLst/>
                <a:uLnTx/>
                <a:uFillTx/>
                <a:latin typeface="Raleway"/>
                <a:ea typeface="+mn-ea"/>
                <a:cs typeface="+mn-cs"/>
                <a:sym typeface="Montserrat-Bold" panose="02000505000000020004" pitchFamily="2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1DA47CA3-8708-0763-6C82-BA48DEDFE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99" b="8499"/>
          <a:stretch/>
        </p:blipFill>
        <p:spPr>
          <a:xfrm>
            <a:off x="1091531" y="136777"/>
            <a:ext cx="8052469" cy="10013445"/>
          </a:xfrm>
          <a:prstGeom prst="roundRect">
            <a:avLst>
              <a:gd name="adj" fmla="val 4348"/>
            </a:avLst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682971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6D554-569F-7ACE-51DD-8813B1D1D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3B5CF1-4559-C4B2-B73B-93CFC9E8BA7F}"/>
              </a:ext>
            </a:extLst>
          </p:cNvPr>
          <p:cNvSpPr/>
          <p:nvPr/>
        </p:nvSpPr>
        <p:spPr bwMode="auto">
          <a:xfrm>
            <a:off x="1912619" y="4242435"/>
            <a:ext cx="12926125" cy="1354455"/>
          </a:xfrm>
          <a:prstGeom prst="rect">
            <a:avLst/>
          </a:prstGeom>
          <a:solidFill>
            <a:schemeClr val="bg1">
              <a:lumMod val="65000"/>
              <a:alpha val="27843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endParaRPr lang="en-US" sz="4200">
              <a:solidFill>
                <a:srgbClr val="000000"/>
              </a:solidFill>
              <a:latin typeface="Gill Sans" charset="0"/>
              <a:ea typeface="Heiti SC Light" charset="0"/>
              <a:cs typeface="Heiti SC Light" charset="0"/>
              <a:sym typeface="Gill Sans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A6B37B-B9FA-8445-0877-0A681636DC2A}"/>
              </a:ext>
            </a:extLst>
          </p:cNvPr>
          <p:cNvSpPr txBox="1">
            <a:spLocks/>
          </p:cNvSpPr>
          <p:nvPr/>
        </p:nvSpPr>
        <p:spPr>
          <a:xfrm>
            <a:off x="999515" y="262647"/>
            <a:ext cx="12716483" cy="689519"/>
          </a:xfrm>
        </p:spPr>
        <p:txBody>
          <a:bodyPr>
            <a:noAutofit/>
          </a:bodyPr>
          <a:lstStyle>
            <a:defPPr>
              <a:defRPr lang="en-US"/>
            </a:defPPr>
            <a:lvl1pPr>
              <a:tabLst>
                <a:tab pos="1028700" algn="l"/>
              </a:tabLst>
              <a:defRPr sz="6000" b="1" kern="0">
                <a:solidFill>
                  <a:srgbClr val="111119"/>
                </a:solidFill>
                <a:latin typeface="Geomanist Medium" panose="02000603000000020004" pitchFamily="50" charset="0"/>
                <a:ea typeface="+mj-ea"/>
                <a:cs typeface="+mj-cs"/>
              </a:defRPr>
            </a:lvl1pPr>
            <a:lvl2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2pPr>
            <a:lvl3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3pPr>
            <a:lvl4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4pPr>
            <a:lvl5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9pPr>
          </a:lstStyle>
          <a:p>
            <a:r>
              <a:rPr lang="ro-RO" sz="3600" kern="1200" dirty="0">
                <a:solidFill>
                  <a:srgbClr val="003057"/>
                </a:solidFill>
                <a:latin typeface="Raleway"/>
                <a:ea typeface="Roboto Black" panose="02000000000000000000" pitchFamily="2" charset="0"/>
                <a:cs typeface="Rubik ExtraBold" pitchFamily="2" charset="-79"/>
              </a:rPr>
              <a:t/>
            </a:r>
            <a:r>
              <a:rPr lang="ro-RO" sz="3600" kern="1200" dirty="0">
                <a:solidFill>
                  <a:schemeClr val="accent4"/>
                </a:solidFill>
                <a:latin typeface="Raleway"/>
                <a:ea typeface="Roboto Black" panose="02000000000000000000" pitchFamily="2" charset="0"/>
                <a:cs typeface="Rubik ExtraBold" pitchFamily="2" charset="-79"/>
              </a:rPr>
              <a:t/>
            </a:r>
            <a:r>
              <a:rPr lang="en-GB" sz="3600" kern="1200" dirty="0">
                <a:solidFill>
                  <a:schemeClr val="accent4"/>
                </a:solidFill>
                <a:latin typeface="Raleway"/>
                <a:ea typeface="Roboto Black" panose="02000000000000000000" pitchFamily="2" charset="0"/>
                <a:cs typeface="Rubik ExtraBold" pitchFamily="2" charset="-79"/>
              </a:rPr>
              <a:t/>
            </a:r>
            <a:r>
              <a:rPr lang="ro-RO" sz="3600" kern="1200" dirty="0">
                <a:solidFill>
                  <a:schemeClr val="accent4"/>
                </a:solidFill>
                <a:latin typeface="Raleway"/>
                <a:ea typeface="Roboto Black" panose="02000000000000000000" pitchFamily="2" charset="0"/>
                <a:cs typeface="Rubik ExtraBold" pitchFamily="2" charset="-79"/>
              </a:rPr>
              <a:t/>
            </a:r>
            <a:r>
              <a:rPr lang="ro-RO" sz="3600" dirty="0">
                <a:solidFill>
                  <a:schemeClr val="accent4"/>
                </a:solidFill>
              </a:rPr>
              <a:t/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6F01954-4065-01F4-1E33-F88112F88D61}"/>
              </a:ext>
            </a:extLst>
          </p:cNvPr>
          <p:cNvGrpSpPr/>
          <p:nvPr/>
        </p:nvGrpSpPr>
        <p:grpSpPr>
          <a:xfrm>
            <a:off x="14987736" y="1258600"/>
            <a:ext cx="3378085" cy="3530690"/>
            <a:chOff x="17270294" y="3172140"/>
            <a:chExt cx="6558129" cy="398055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3F153C6-29E4-CCF9-B26E-2DA02F1EA24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74" t="21593" r="74998" b="31820"/>
            <a:stretch/>
          </p:blipFill>
          <p:spPr>
            <a:xfrm>
              <a:off x="17270294" y="3647493"/>
              <a:ext cx="1523916" cy="3505199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5AD034F-4CF4-3F8D-6BCD-F9AA6CDA6EC5}"/>
                </a:ext>
              </a:extLst>
            </p:cNvPr>
            <p:cNvCxnSpPr/>
            <p:nvPr/>
          </p:nvCxnSpPr>
          <p:spPr bwMode="auto">
            <a:xfrm>
              <a:off x="18260839" y="3949244"/>
              <a:ext cx="990545" cy="0"/>
            </a:xfrm>
            <a:prstGeom prst="straightConnector1">
              <a:avLst/>
            </a:prstGeom>
            <a:blipFill dpi="0" rotWithShape="0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tile tx="0" ty="0" sx="100000" sy="100000" flip="none" algn="tl"/>
            </a:blip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A42E889-5AF2-BF97-E288-E2A93FC9364F}"/>
                </a:ext>
              </a:extLst>
            </p:cNvPr>
            <p:cNvSpPr txBox="1"/>
            <p:nvPr/>
          </p:nvSpPr>
          <p:spPr>
            <a:xfrm>
              <a:off x="19313760" y="3681199"/>
              <a:ext cx="4387310" cy="675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/>
                <a:t/>
              </a:r>
              <a:endParaRPr lang="en-GB" sz="1200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6124AF8-16C2-DDAD-37FF-9C95CDFFA05B}"/>
                </a:ext>
              </a:extLst>
            </p:cNvPr>
            <p:cNvCxnSpPr/>
            <p:nvPr/>
          </p:nvCxnSpPr>
          <p:spPr bwMode="auto">
            <a:xfrm>
              <a:off x="18298938" y="6695492"/>
              <a:ext cx="990545" cy="0"/>
            </a:xfrm>
            <a:prstGeom prst="straightConnector1">
              <a:avLst/>
            </a:prstGeom>
            <a:blipFill dpi="0" rotWithShape="0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tile tx="0" ty="0" sx="100000" sy="100000" flip="none" algn="tl"/>
            </a:blip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69A188-7B5D-0AC8-FE75-482042381980}"/>
                </a:ext>
              </a:extLst>
            </p:cNvPr>
            <p:cNvSpPr txBox="1"/>
            <p:nvPr/>
          </p:nvSpPr>
          <p:spPr>
            <a:xfrm>
              <a:off x="19427781" y="6452935"/>
              <a:ext cx="3885982" cy="675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/>
                <a:t/>
              </a:r>
              <a:endParaRPr lang="en-GB" sz="1200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CD7261B-419C-F79D-CCF8-12E17B0792FF}"/>
                </a:ext>
              </a:extLst>
            </p:cNvPr>
            <p:cNvCxnSpPr/>
            <p:nvPr/>
          </p:nvCxnSpPr>
          <p:spPr bwMode="auto">
            <a:xfrm>
              <a:off x="18298938" y="5019092"/>
              <a:ext cx="990545" cy="0"/>
            </a:xfrm>
            <a:prstGeom prst="straightConnector1">
              <a:avLst/>
            </a:prstGeom>
            <a:blipFill dpi="0" rotWithShape="0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tile tx="0" ty="0" sx="100000" sy="100000" flip="none" algn="tl"/>
            </a:blip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0A345D7-EFDC-75B8-1964-21D47C8E1599}"/>
                </a:ext>
              </a:extLst>
            </p:cNvPr>
            <p:cNvSpPr txBox="1"/>
            <p:nvPr/>
          </p:nvSpPr>
          <p:spPr>
            <a:xfrm>
              <a:off x="19289483" y="4852364"/>
              <a:ext cx="4279054" cy="405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/>
                <a:t/>
              </a:r>
              <a:r>
                <a:rPr lang="en-US" sz="1200" dirty="0"/>
                <a:t/>
              </a:r>
              <a:r>
                <a:rPr lang="en-US" sz="1200" dirty="0" err="1"/>
                <a:t/>
              </a:r>
              <a:r>
                <a:rPr lang="en-US" sz="1200" dirty="0"/>
                <a:t/>
              </a:r>
              <a:r>
                <a:rPr lang="en-US" sz="1200" dirty="0" err="1"/>
                <a:t/>
              </a:r>
              <a:r>
                <a:rPr lang="en-US" sz="1200" dirty="0"/>
                <a:t/>
              </a:r>
              <a:endParaRPr lang="en-GB" sz="1200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0E368B6-402D-BCF0-E14C-8068A2FA7D3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8451329" y="4468053"/>
              <a:ext cx="342880" cy="0"/>
            </a:xfrm>
            <a:prstGeom prst="straightConnector1">
              <a:avLst/>
            </a:prstGeom>
            <a:blipFill dpi="0" rotWithShape="0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tile tx="0" ty="0" sx="100000" sy="100000" flip="none" algn="tl"/>
            </a:blip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8C0B22E-0233-9B1D-EF02-90FF54D13A61}"/>
                </a:ext>
              </a:extLst>
            </p:cNvPr>
            <p:cNvSpPr txBox="1"/>
            <p:nvPr/>
          </p:nvSpPr>
          <p:spPr>
            <a:xfrm>
              <a:off x="18848233" y="4263174"/>
              <a:ext cx="4980190" cy="675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/>
                <a:t/>
              </a:r>
              <a:endParaRPr lang="en-GB" sz="1200" dirty="0"/>
            </a:p>
          </p:txBody>
        </p:sp>
        <p:sp>
          <p:nvSpPr>
            <p:cNvPr id="17" name="Right Brace 16">
              <a:extLst>
                <a:ext uri="{FF2B5EF4-FFF2-40B4-BE49-F238E27FC236}">
                  <a16:creationId xmlns:a16="http://schemas.microsoft.com/office/drawing/2014/main" id="{E3A2CEEA-0BA6-7ADB-73BA-824EDB648C02}"/>
                </a:ext>
              </a:extLst>
            </p:cNvPr>
            <p:cNvSpPr/>
            <p:nvPr/>
          </p:nvSpPr>
          <p:spPr bwMode="auto">
            <a:xfrm>
              <a:off x="18108447" y="4028492"/>
              <a:ext cx="190489" cy="879121"/>
            </a:xfrm>
            <a:prstGeom prst="rightBrac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endParaRPr lang="en-GB" sz="1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44126F4-C42F-190F-3DA7-2744B05D597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8451328" y="5819191"/>
              <a:ext cx="342880" cy="0"/>
            </a:xfrm>
            <a:prstGeom prst="straightConnector1">
              <a:avLst/>
            </a:prstGeom>
            <a:blipFill dpi="0" rotWithShape="0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tile tx="0" ty="0" sx="100000" sy="100000" flip="none" algn="tl"/>
            </a:blipFill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C2E42ED-9D4C-05C0-802E-82E93CA8D102}"/>
                </a:ext>
              </a:extLst>
            </p:cNvPr>
            <p:cNvSpPr txBox="1"/>
            <p:nvPr/>
          </p:nvSpPr>
          <p:spPr>
            <a:xfrm>
              <a:off x="18943551" y="5552492"/>
              <a:ext cx="4757518" cy="675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200" dirty="0"/>
                <a:t/>
              </a:r>
              <a:endParaRPr lang="en-GB" sz="1200" dirty="0"/>
            </a:p>
          </p:txBody>
        </p:sp>
        <p:sp>
          <p:nvSpPr>
            <p:cNvPr id="20" name="Right Brace 19">
              <a:extLst>
                <a:ext uri="{FF2B5EF4-FFF2-40B4-BE49-F238E27FC236}">
                  <a16:creationId xmlns:a16="http://schemas.microsoft.com/office/drawing/2014/main" id="{FBE7B067-F492-801E-EDC2-8010DA9BA7E8}"/>
                </a:ext>
              </a:extLst>
            </p:cNvPr>
            <p:cNvSpPr/>
            <p:nvPr/>
          </p:nvSpPr>
          <p:spPr bwMode="auto">
            <a:xfrm>
              <a:off x="18108447" y="4942892"/>
              <a:ext cx="152391" cy="1752599"/>
            </a:xfrm>
            <a:prstGeom prst="rightBrace">
              <a:avLst/>
            </a:prstGeom>
            <a:noFill/>
            <a:ln w="254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endParaRPr lang="en-GB" sz="1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BBA59A6-4862-A78E-5FDA-EC423048CE34}"/>
                </a:ext>
              </a:extLst>
            </p:cNvPr>
            <p:cNvSpPr txBox="1"/>
            <p:nvPr/>
          </p:nvSpPr>
          <p:spPr>
            <a:xfrm>
              <a:off x="17540481" y="3172140"/>
              <a:ext cx="2971799" cy="4052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o-RO" sz="1200" b="1" dirty="0">
                  <a:solidFill>
                    <a:srgbClr val="00AAAB"/>
                  </a:solidFill>
                </a:rPr>
                <a:t/>
              </a:r>
              <a:endParaRPr lang="en-GB" sz="1200" b="1" dirty="0">
                <a:solidFill>
                  <a:srgbClr val="00AAAB"/>
                </a:solidFill>
              </a:endParaRPr>
            </a:p>
          </p:txBody>
        </p:sp>
      </p:grp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EEE88F64-ECAB-83AD-54AB-C973ABE8C3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346649"/>
              </p:ext>
            </p:extLst>
          </p:nvPr>
        </p:nvGraphicFramePr>
        <p:xfrm>
          <a:off x="1050221" y="1258600"/>
          <a:ext cx="13937515" cy="86654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3" name="Arrow: Left-Right 22">
            <a:extLst>
              <a:ext uri="{FF2B5EF4-FFF2-40B4-BE49-F238E27FC236}">
                <a16:creationId xmlns:a16="http://schemas.microsoft.com/office/drawing/2014/main" id="{E0953507-0D44-9407-E5AD-FEB771F93E8C}"/>
              </a:ext>
            </a:extLst>
          </p:cNvPr>
          <p:cNvSpPr/>
          <p:nvPr/>
        </p:nvSpPr>
        <p:spPr bwMode="auto">
          <a:xfrm rot="1634929">
            <a:off x="14852583" y="5066109"/>
            <a:ext cx="877146" cy="273050"/>
          </a:xfrm>
          <a:prstGeom prst="leftRightArrow">
            <a:avLst>
              <a:gd name="adj1" fmla="val 55892"/>
              <a:gd name="adj2" fmla="val 50186"/>
            </a:avLst>
          </a:prstGeom>
          <a:solidFill>
            <a:schemeClr val="bg1">
              <a:lumMod val="6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endParaRPr lang="en-US" sz="4200">
              <a:solidFill>
                <a:srgbClr val="000000"/>
              </a:solidFill>
              <a:latin typeface="Gill Sans" charset="0"/>
              <a:ea typeface="Heiti SC Light" charset="0"/>
              <a:cs typeface="Heiti SC Light" charset="0"/>
              <a:sym typeface="Gill Sans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75975CF-ED1B-F589-F856-2D42D792CB1F}"/>
              </a:ext>
            </a:extLst>
          </p:cNvPr>
          <p:cNvSpPr txBox="1"/>
          <p:nvPr/>
        </p:nvSpPr>
        <p:spPr>
          <a:xfrm>
            <a:off x="15035150" y="5615978"/>
            <a:ext cx="2770818" cy="71558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350" b="1" dirty="0"/>
              <a:t/>
            </a:r>
            <a:r>
              <a:rPr lang="ro-RO" sz="1350" b="1" dirty="0"/>
              <a:t/>
            </a:r>
            <a:r>
              <a:rPr lang="en-GB" sz="1350" b="1" dirty="0"/>
              <a:t/>
            </a:r>
            <a:r>
              <a:rPr lang="ro-RO" sz="1350" dirty="0"/>
              <a:t/>
            </a:r>
            <a:r>
              <a:rPr lang="en-GB" sz="1350" dirty="0"/>
              <a:t/>
            </a:r>
            <a:endParaRPr lang="ro-RO" sz="1350" dirty="0"/>
          </a:p>
        </p:txBody>
      </p:sp>
    </p:spTree>
    <p:extLst>
      <p:ext uri="{BB962C8B-B14F-4D97-AF65-F5344CB8AC3E}">
        <p14:creationId xmlns:p14="http://schemas.microsoft.com/office/powerpoint/2010/main" val="2032687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D5F6F-6A94-6ADC-1F9A-783DEBC2A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D0EF772F-AEBF-3EC0-B2F6-D75406AD2492}"/>
              </a:ext>
            </a:extLst>
          </p:cNvPr>
          <p:cNvSpPr txBox="1">
            <a:spLocks/>
          </p:cNvSpPr>
          <p:nvPr/>
        </p:nvSpPr>
        <p:spPr>
          <a:xfrm>
            <a:off x="1212821" y="120623"/>
            <a:ext cx="12534900" cy="757238"/>
          </a:xfrm>
        </p:spPr>
        <p:txBody>
          <a:bodyPr>
            <a:noAutofit/>
          </a:bodyPr>
          <a:lstStyle>
            <a:defPPr>
              <a:defRPr lang="en-US"/>
            </a:defPPr>
            <a:lvl1pPr>
              <a:tabLst>
                <a:tab pos="1028700" algn="l"/>
              </a:tabLst>
              <a:defRPr sz="6000" b="1" kern="0">
                <a:solidFill>
                  <a:srgbClr val="111119"/>
                </a:solidFill>
                <a:latin typeface="Geomanist Medium" panose="02000603000000020004" pitchFamily="50" charset="0"/>
                <a:ea typeface="+mj-ea"/>
                <a:cs typeface="+mj-cs"/>
              </a:defRPr>
            </a:lvl1pPr>
            <a:lvl2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2pPr>
            <a:lvl3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3pPr>
            <a:lvl4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4pPr>
            <a:lvl5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9pPr>
          </a:lstStyle>
          <a:p>
            <a:pPr defTabSz="1371600">
              <a:lnSpc>
                <a:spcPct val="90000"/>
              </a:lnSpc>
              <a:spcBef>
                <a:spcPct val="0"/>
              </a:spcBef>
            </a:pPr>
            <a:r>
              <a:rPr lang="ro-RO" sz="3750" kern="1200" dirty="0">
                <a:solidFill>
                  <a:srgbClr val="003057"/>
                </a:solidFill>
                <a:latin typeface="+mn-lt"/>
              </a:rPr>
              <a:t/>
            </a:r>
            <a:r>
              <a:rPr lang="en-US" sz="3750" kern="1200" dirty="0">
                <a:solidFill>
                  <a:srgbClr val="D49802"/>
                </a:solidFill>
                <a:latin typeface="+mn-lt"/>
              </a:rPr>
              <a:t/>
            </a:r>
            <a:r>
              <a:rPr lang="ro-RO" sz="3750" kern="1200" dirty="0">
                <a:solidFill>
                  <a:srgbClr val="D49802"/>
                </a:solidFill>
                <a:latin typeface="+mn-lt"/>
              </a:rPr>
              <a:t/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D2B36E-83FA-FBFD-CE7E-AEA92E2470F3}"/>
              </a:ext>
            </a:extLst>
          </p:cNvPr>
          <p:cNvGrpSpPr/>
          <p:nvPr/>
        </p:nvGrpSpPr>
        <p:grpSpPr>
          <a:xfrm>
            <a:off x="1532861" y="992534"/>
            <a:ext cx="15868650" cy="8458200"/>
            <a:chOff x="1532861" y="901094"/>
            <a:chExt cx="15868650" cy="84582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54AE574-DE14-18AC-980B-AA5703852C99}"/>
                </a:ext>
              </a:extLst>
            </p:cNvPr>
            <p:cNvSpPr/>
            <p:nvPr/>
          </p:nvSpPr>
          <p:spPr bwMode="auto">
            <a:xfrm rot="5400000">
              <a:off x="7094494" y="4160939"/>
              <a:ext cx="7618066" cy="2466109"/>
            </a:xfrm>
            <a:prstGeom prst="rect">
              <a:avLst/>
            </a:prstGeom>
            <a:solidFill>
              <a:schemeClr val="bg1">
                <a:lumMod val="75000"/>
                <a:alpha val="27843"/>
              </a:schemeClr>
            </a:solidFill>
            <a:ln w="254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algn="ctr" defTabSz="685800" fontAlgn="base">
                <a:spcBef>
                  <a:spcPct val="0"/>
                </a:spcBef>
                <a:spcAft>
                  <a:spcPct val="0"/>
                </a:spcAft>
              </a:pPr>
              <a:endParaRPr lang="en-US" sz="4200">
                <a:solidFill>
                  <a:srgbClr val="000000"/>
                </a:solidFill>
                <a:latin typeface="Gill Sans" charset="0"/>
                <a:ea typeface="Heiti SC Light" charset="0"/>
                <a:cs typeface="Heiti SC Light" charset="0"/>
                <a:sym typeface="Gill Sans" charset="0"/>
              </a:endParaRPr>
            </a:p>
          </p:txBody>
        </p:sp>
        <p:graphicFrame>
          <p:nvGraphicFramePr>
            <p:cNvPr id="2" name="Chart 1">
              <a:extLst>
                <a:ext uri="{FF2B5EF4-FFF2-40B4-BE49-F238E27FC236}">
                  <a16:creationId xmlns:a16="http://schemas.microsoft.com/office/drawing/2014/main" id="{60A79D9D-C886-3F42-7B50-01A5389F502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686738927"/>
                </p:ext>
              </p:extLst>
            </p:nvPr>
          </p:nvGraphicFramePr>
          <p:xfrm>
            <a:off x="1532861" y="901094"/>
            <a:ext cx="15868650" cy="8458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26440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F2E5D-5E7E-1CA3-0E51-DE198B724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F0D429-01A5-00A2-2D11-C11402E8AEBE}"/>
              </a:ext>
            </a:extLst>
          </p:cNvPr>
          <p:cNvSpPr/>
          <p:nvPr/>
        </p:nvSpPr>
        <p:spPr>
          <a:xfrm>
            <a:off x="8282608" y="2146147"/>
            <a:ext cx="3061253" cy="71694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F0A2BE-9640-D030-DD50-3DFED590D155}"/>
              </a:ext>
            </a:extLst>
          </p:cNvPr>
          <p:cNvSpPr txBox="1">
            <a:spLocks/>
          </p:cNvSpPr>
          <p:nvPr/>
        </p:nvSpPr>
        <p:spPr>
          <a:xfrm>
            <a:off x="1450013" y="76092"/>
            <a:ext cx="12289925" cy="647914"/>
          </a:xfrm>
        </p:spPr>
        <p:txBody>
          <a:bodyPr>
            <a:noAutofit/>
          </a:bodyPr>
          <a:lstStyle>
            <a:defPPr>
              <a:defRPr lang="en-US"/>
            </a:defPPr>
            <a:lvl1pPr>
              <a:tabLst>
                <a:tab pos="1028700" algn="l"/>
              </a:tabLst>
              <a:defRPr sz="6000" b="1" kern="0">
                <a:solidFill>
                  <a:srgbClr val="111119"/>
                </a:solidFill>
                <a:latin typeface="Geomanist Medium" panose="02000603000000020004" pitchFamily="50" charset="0"/>
                <a:ea typeface="+mj-ea"/>
                <a:cs typeface="+mj-cs"/>
              </a:defRPr>
            </a:lvl1pPr>
            <a:lvl2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2pPr>
            <a:lvl3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3pPr>
            <a:lvl4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4pPr>
            <a:lvl5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9pPr>
          </a:lstStyle>
          <a:p>
            <a:r>
              <a:rPr lang="ro-RO" sz="3000" dirty="0">
                <a:solidFill>
                  <a:srgbClr val="003057"/>
                </a:solidFill>
                <a:latin typeface="+mn-lt"/>
              </a:rPr>
              <a:t/>
            </a:r>
            <a:r>
              <a:rPr lang="ro-RO" sz="3000" dirty="0">
                <a:solidFill>
                  <a:srgbClr val="D49802"/>
                </a:solidFill>
                <a:latin typeface="+mn-lt"/>
              </a:rPr>
              <a:t/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1C3AE7A-5B47-AE98-C3BA-96C0A43873A9}"/>
              </a:ext>
            </a:extLst>
          </p:cNvPr>
          <p:cNvGraphicFramePr>
            <a:graphicFrameLocks/>
          </p:cNvGraphicFramePr>
          <p:nvPr/>
        </p:nvGraphicFramePr>
        <p:xfrm>
          <a:off x="1156596" y="586409"/>
          <a:ext cx="16405396" cy="88372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95602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D7D3C-B4EE-29F3-46FB-3B58D73FB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ight Brace 7">
            <a:extLst>
              <a:ext uri="{FF2B5EF4-FFF2-40B4-BE49-F238E27FC236}">
                <a16:creationId xmlns:a16="http://schemas.microsoft.com/office/drawing/2014/main" id="{8B815F98-7D4F-271F-5306-D282B00B9048}"/>
              </a:ext>
            </a:extLst>
          </p:cNvPr>
          <p:cNvSpPr/>
          <p:nvPr/>
        </p:nvSpPr>
        <p:spPr>
          <a:xfrm>
            <a:off x="6084147" y="824872"/>
            <a:ext cx="649706" cy="1517705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D8E9F-D07A-2862-E64A-C13C9B7F4BD8}"/>
              </a:ext>
            </a:extLst>
          </p:cNvPr>
          <p:cNvSpPr txBox="1"/>
          <p:nvPr/>
        </p:nvSpPr>
        <p:spPr>
          <a:xfrm>
            <a:off x="6806799" y="1345197"/>
            <a:ext cx="10979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/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11D4A060-B08F-CF37-F410-FE4538FB698B}"/>
              </a:ext>
            </a:extLst>
          </p:cNvPr>
          <p:cNvSpPr/>
          <p:nvPr/>
        </p:nvSpPr>
        <p:spPr>
          <a:xfrm>
            <a:off x="6102194" y="7192642"/>
            <a:ext cx="649706" cy="2754287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645825-4A20-76B8-AC5B-35612110996F}"/>
              </a:ext>
            </a:extLst>
          </p:cNvPr>
          <p:cNvSpPr txBox="1"/>
          <p:nvPr/>
        </p:nvSpPr>
        <p:spPr>
          <a:xfrm>
            <a:off x="6821902" y="8331258"/>
            <a:ext cx="89341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/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DBB4C8A1-3E8B-EED4-82CC-BEAFA0447C4D}"/>
              </a:ext>
            </a:extLst>
          </p:cNvPr>
          <p:cNvSpPr/>
          <p:nvPr/>
        </p:nvSpPr>
        <p:spPr>
          <a:xfrm>
            <a:off x="6056251" y="2460651"/>
            <a:ext cx="649706" cy="4613917"/>
          </a:xfrm>
          <a:prstGeom prst="rightBrace">
            <a:avLst>
              <a:gd name="adj1" fmla="val 0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3A55E3-EDB8-5715-5709-6C92B6894855}"/>
              </a:ext>
            </a:extLst>
          </p:cNvPr>
          <p:cNvSpPr txBox="1"/>
          <p:nvPr/>
        </p:nvSpPr>
        <p:spPr>
          <a:xfrm>
            <a:off x="6806799" y="4529082"/>
            <a:ext cx="89341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/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0261A3A-ADBF-3606-CF45-C7446674112F}"/>
              </a:ext>
            </a:extLst>
          </p:cNvPr>
          <p:cNvSpPr/>
          <p:nvPr/>
        </p:nvSpPr>
        <p:spPr>
          <a:xfrm>
            <a:off x="9143999" y="5472093"/>
            <a:ext cx="6292517" cy="1190377"/>
          </a:xfrm>
          <a:prstGeom prst="roundRect">
            <a:avLst>
              <a:gd name="adj" fmla="val 21682"/>
            </a:avLst>
          </a:prstGeom>
          <a:solidFill>
            <a:srgbClr val="003057"/>
          </a:solidFill>
          <a:ln w="152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14300"/>
            <a:r>
              <a:rPr lang="en-US" sz="2200" b="1" dirty="0" err="1"/>
              <a:t/>
            </a:r>
            <a:r>
              <a:rPr lang="en-US" sz="2200" b="1" dirty="0"/>
              <a:t/>
            </a:r>
            <a:r>
              <a:rPr lang="en-US" sz="2200" b="1" dirty="0" err="1"/>
              <a:t/>
            </a:r>
            <a:r>
              <a:rPr lang="en-US" sz="2200" b="1" dirty="0"/>
              <a:t/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6653388-0375-1E57-7566-27F9DB3C0CF1}"/>
              </a:ext>
            </a:extLst>
          </p:cNvPr>
          <p:cNvSpPr/>
          <p:nvPr/>
        </p:nvSpPr>
        <p:spPr>
          <a:xfrm>
            <a:off x="9143998" y="6374577"/>
            <a:ext cx="6604578" cy="2046961"/>
          </a:xfrm>
          <a:prstGeom prst="roundRect">
            <a:avLst>
              <a:gd name="adj" fmla="val 10052"/>
            </a:avLst>
          </a:prstGeom>
          <a:solidFill>
            <a:schemeClr val="bg1"/>
          </a:solidFill>
          <a:ln w="152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437897B-1CA6-2917-EB25-6B732E4190E2}"/>
              </a:ext>
            </a:extLst>
          </p:cNvPr>
          <p:cNvSpPr txBox="1">
            <a:spLocks/>
          </p:cNvSpPr>
          <p:nvPr/>
        </p:nvSpPr>
        <p:spPr>
          <a:xfrm>
            <a:off x="1351910" y="104346"/>
            <a:ext cx="12448310" cy="796635"/>
          </a:xfrm>
          <a:solidFill>
            <a:srgbClr val="FFC000"/>
          </a:solidFill>
        </p:spPr>
        <p:txBody>
          <a:bodyPr>
            <a:noAutofit/>
          </a:bodyPr>
          <a:lstStyle>
            <a:defPPr>
              <a:defRPr lang="en-US"/>
            </a:defPPr>
            <a:lvl1pPr>
              <a:tabLst>
                <a:tab pos="1028700" algn="l"/>
              </a:tabLst>
              <a:defRPr sz="6000" b="1" kern="0">
                <a:solidFill>
                  <a:srgbClr val="111119"/>
                </a:solidFill>
                <a:latin typeface="Geomanist Medium" panose="02000603000000020004" pitchFamily="50" charset="0"/>
                <a:ea typeface="+mj-ea"/>
                <a:cs typeface="+mj-cs"/>
              </a:defRPr>
            </a:lvl1pPr>
            <a:lvl2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2pPr>
            <a:lvl3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3pPr>
            <a:lvl4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4pPr>
            <a:lvl5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9pPr>
          </a:lstStyle>
          <a:p>
            <a:pPr defTabSz="1371600">
              <a:lnSpc>
                <a:spcPct val="90000"/>
              </a:lnSpc>
              <a:spcBef>
                <a:spcPct val="0"/>
              </a:spcBef>
            </a:pPr>
            <a:r>
              <a:rPr lang="ro-RO" sz="3750" kern="1200" dirty="0">
                <a:solidFill>
                  <a:srgbClr val="003057"/>
                </a:solidFill>
                <a:latin typeface="+mn-lt"/>
              </a:rPr>
              <a:t/>
            </a:r>
            <a:r>
              <a:rPr lang="en-US" sz="3750" kern="1200" dirty="0">
                <a:solidFill>
                  <a:srgbClr val="003057"/>
                </a:solidFill>
                <a:latin typeface="+mn-lt"/>
              </a:rPr>
              <a:t/>
            </a:r>
            <a:r>
              <a:rPr lang="ro-RO" sz="3750" kern="1200" dirty="0">
                <a:solidFill>
                  <a:srgbClr val="003057"/>
                </a:solidFill>
                <a:latin typeface="+mn-lt"/>
              </a:rPr>
              <a:t/>
            </a:r>
            <a:r>
              <a:rPr lang="en-US" sz="3750" kern="1200" dirty="0">
                <a:solidFill>
                  <a:srgbClr val="003057"/>
                </a:solidFill>
                <a:latin typeface="+mn-lt"/>
              </a:rPr>
              <a:t/>
            </a:r>
            <a:endParaRPr lang="en-GB" sz="3750" kern="1200" dirty="0">
              <a:solidFill>
                <a:srgbClr val="D49802"/>
              </a:solidFill>
              <a:latin typeface="+mn-lt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9992F8-76F5-91FE-B06F-8479C6468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9221773"/>
              </p:ext>
            </p:extLst>
          </p:nvPr>
        </p:nvGraphicFramePr>
        <p:xfrm>
          <a:off x="1511963" y="806119"/>
          <a:ext cx="4520229" cy="9140810"/>
        </p:xfrm>
        <a:graphic>
          <a:graphicData uri="http://schemas.openxmlformats.org/drawingml/2006/table">
            <a:tbl>
              <a:tblPr/>
              <a:tblGrid>
                <a:gridCol w="3521078">
                  <a:extLst>
                    <a:ext uri="{9D8B030D-6E8A-4147-A177-3AD203B41FA5}">
                      <a16:colId xmlns:a16="http://schemas.microsoft.com/office/drawing/2014/main" val="2831546536"/>
                    </a:ext>
                  </a:extLst>
                </a:gridCol>
                <a:gridCol w="999151">
                  <a:extLst>
                    <a:ext uri="{9D8B030D-6E8A-4147-A177-3AD203B41FA5}">
                      <a16:colId xmlns:a16="http://schemas.microsoft.com/office/drawing/2014/main" val="671176077"/>
                    </a:ext>
                  </a:extLst>
                </a:gridCol>
              </a:tblGrid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9169435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946655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675322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437291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505736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0260023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047794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420987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21817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587513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78281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200296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422388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704048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39856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25666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280192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8709492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8638600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124195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656570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518136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131487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111254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613878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275891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085316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576274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729738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9191860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6760301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939895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208287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750397"/>
                  </a:ext>
                </a:extLst>
              </a:tr>
              <a:tr h="2611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715239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54CBB7-3C6B-581E-5B24-93D04EAC16C0}"/>
              </a:ext>
            </a:extLst>
          </p:cNvPr>
          <p:cNvSpPr/>
          <p:nvPr/>
        </p:nvSpPr>
        <p:spPr>
          <a:xfrm>
            <a:off x="9143998" y="1865462"/>
            <a:ext cx="6448927" cy="1190377"/>
          </a:xfrm>
          <a:prstGeom prst="roundRect">
            <a:avLst>
              <a:gd name="adj" fmla="val 21682"/>
            </a:avLst>
          </a:prstGeom>
          <a:solidFill>
            <a:srgbClr val="003057"/>
          </a:solidFill>
          <a:ln w="152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14300"/>
            <a:r>
              <a:rPr lang="en-US" sz="2200" b="1" dirty="0" err="1"/>
              <a:t/>
            </a:r>
            <a:r>
              <a:rPr lang="en-US" sz="2200" b="1" dirty="0"/>
              <a:t/>
            </a:r>
            <a:r>
              <a:rPr lang="en-US" sz="2200" b="1" dirty="0" err="1"/>
              <a:t/>
            </a:r>
            <a:r>
              <a:rPr lang="en-US" sz="2200" b="1" dirty="0"/>
              <a:t/>
            </a:r>
            <a:r>
              <a:rPr lang="en-US" sz="2200" b="1" dirty="0" err="1"/>
              <a:t/>
            </a:r>
            <a:r>
              <a:rPr lang="en-US" sz="2200" b="1" dirty="0"/>
              <a:t/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643A063-EABB-AA12-95D5-EE1C977A178A}"/>
              </a:ext>
            </a:extLst>
          </p:cNvPr>
          <p:cNvSpPr/>
          <p:nvPr/>
        </p:nvSpPr>
        <p:spPr>
          <a:xfrm>
            <a:off x="9144000" y="2562530"/>
            <a:ext cx="6604578" cy="2046961"/>
          </a:xfrm>
          <a:prstGeom prst="roundRect">
            <a:avLst>
              <a:gd name="adj" fmla="val 10052"/>
            </a:avLst>
          </a:prstGeom>
          <a:solidFill>
            <a:schemeClr val="bg1"/>
          </a:solidFill>
          <a:ln w="152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</a:rPr>
              <a:t/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3265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2AEC5-77CB-2FC6-18BB-F94E3B57D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D5AAFCA-0D9F-A46D-803D-A6DCBA11EA55}"/>
              </a:ext>
            </a:extLst>
          </p:cNvPr>
          <p:cNvSpPr txBox="1">
            <a:spLocks/>
          </p:cNvSpPr>
          <p:nvPr/>
        </p:nvSpPr>
        <p:spPr>
          <a:xfrm>
            <a:off x="1089405" y="114300"/>
            <a:ext cx="17051996" cy="647914"/>
          </a:xfrm>
        </p:spPr>
        <p:txBody>
          <a:bodyPr>
            <a:noAutofit/>
          </a:bodyPr>
          <a:lstStyle>
            <a:defPPr>
              <a:defRPr lang="en-US"/>
            </a:defPPr>
            <a:lvl1pPr>
              <a:tabLst>
                <a:tab pos="1028700" algn="l"/>
              </a:tabLst>
              <a:defRPr sz="6000" b="1" kern="0">
                <a:solidFill>
                  <a:srgbClr val="111119"/>
                </a:solidFill>
                <a:latin typeface="Geomanist Medium" panose="02000603000000020004" pitchFamily="50" charset="0"/>
                <a:ea typeface="+mj-ea"/>
                <a:cs typeface="+mj-cs"/>
              </a:defRPr>
            </a:lvl1pPr>
            <a:lvl2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2pPr>
            <a:lvl3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3pPr>
            <a:lvl4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4pPr>
            <a:lvl5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9pPr>
          </a:lstStyle>
          <a:p>
            <a:r>
              <a:rPr lang="ro-RO" sz="3200" kern="1200" dirty="0">
                <a:solidFill>
                  <a:srgbClr val="003057"/>
                </a:solidFill>
              </a:rPr>
              <a:t/>
            </a:r>
            <a:r>
              <a:rPr lang="en-US" sz="3200" kern="1200" dirty="0">
                <a:solidFill>
                  <a:srgbClr val="003057"/>
                </a:solidFill>
              </a:rPr>
              <a:t/>
            </a:r>
            <a:r>
              <a:rPr lang="ro-RO" sz="3200" kern="1200" dirty="0">
                <a:solidFill>
                  <a:srgbClr val="003057"/>
                </a:solidFill>
              </a:rPr>
              <a:t/>
            </a:r>
            <a:r>
              <a:rPr lang="en-US" sz="3200" kern="1200" dirty="0">
                <a:solidFill>
                  <a:srgbClr val="003057"/>
                </a:solidFill>
              </a:rPr>
              <a:t/>
            </a:r>
            <a:r>
              <a:rPr lang="en-GB" sz="3200" kern="1200" dirty="0">
                <a:solidFill>
                  <a:srgbClr val="D49802"/>
                </a:solidFill>
              </a:rPr>
              <a:t/>
            </a:r>
            <a:r>
              <a:rPr lang="ro-RO" sz="3000" dirty="0">
                <a:solidFill>
                  <a:srgbClr val="003057"/>
                </a:solidFill>
                <a:latin typeface="+mn-lt"/>
              </a:rPr>
              <a:t/>
            </a:r>
            <a:r>
              <a:rPr lang="en-US" sz="3000" dirty="0">
                <a:solidFill>
                  <a:srgbClr val="D49802"/>
                </a:solidFill>
                <a:latin typeface="+mn-lt"/>
              </a:rPr>
              <a:t/>
            </a:r>
            <a:r>
              <a:rPr lang="en-US" sz="3500" dirty="0" err="1">
                <a:solidFill>
                  <a:srgbClr val="D49802"/>
                </a:solidFill>
                <a:latin typeface="+mn-lt"/>
              </a:rPr>
              <a:t/>
            </a:r>
            <a:r>
              <a:rPr lang="en-US" sz="3500" dirty="0">
                <a:solidFill>
                  <a:srgbClr val="D49802"/>
                </a:solidFill>
                <a:latin typeface="+mn-lt"/>
              </a:rPr>
              <a:t/>
            </a:r>
            <a:r>
              <a:rPr lang="en-US" sz="3500" dirty="0" err="1">
                <a:solidFill>
                  <a:srgbClr val="D49802"/>
                </a:solidFill>
                <a:latin typeface="+mn-lt"/>
              </a:rPr>
              <a:t/>
            </a:r>
            <a:r>
              <a:rPr lang="ro-RO" sz="3500" dirty="0" err="1">
                <a:solidFill>
                  <a:srgbClr val="D49802"/>
                </a:solidFill>
                <a:latin typeface="+mn-lt"/>
              </a:rPr>
              <a:t/>
            </a:r>
            <a:endParaRPr lang="ro-RO" sz="3500" dirty="0">
              <a:solidFill>
                <a:srgbClr val="D49802"/>
              </a:solidFill>
              <a:latin typeface="+mn-lt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C69A2A8-4D89-AA25-5C6C-7BA9FDA6D734}"/>
              </a:ext>
            </a:extLst>
          </p:cNvPr>
          <p:cNvGraphicFramePr/>
          <p:nvPr/>
        </p:nvGraphicFramePr>
        <p:xfrm>
          <a:off x="1089405" y="1079499"/>
          <a:ext cx="14210650" cy="81175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3" name="Group 32">
            <a:extLst>
              <a:ext uri="{FF2B5EF4-FFF2-40B4-BE49-F238E27FC236}">
                <a16:creationId xmlns:a16="http://schemas.microsoft.com/office/drawing/2014/main" id="{11A64EBA-44A4-014F-DB2B-4690474015AB}"/>
              </a:ext>
            </a:extLst>
          </p:cNvPr>
          <p:cNvGrpSpPr/>
          <p:nvPr/>
        </p:nvGrpSpPr>
        <p:grpSpPr>
          <a:xfrm>
            <a:off x="15439709" y="1320800"/>
            <a:ext cx="2701692" cy="4282695"/>
            <a:chOff x="15439709" y="1320800"/>
            <a:chExt cx="2701692" cy="4282695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A48F2D8-92D4-2E05-D7A8-28788E6B527E}"/>
                </a:ext>
              </a:extLst>
            </p:cNvPr>
            <p:cNvSpPr txBox="1"/>
            <p:nvPr/>
          </p:nvSpPr>
          <p:spPr>
            <a:xfrm>
              <a:off x="15449567" y="4680165"/>
              <a:ext cx="2691834" cy="92333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GB" sz="1350" b="1" dirty="0"/>
                <a:t/>
              </a:r>
              <a:r>
                <a:rPr lang="ro-RO" sz="1350" b="1" dirty="0"/>
                <a:t/>
              </a:r>
              <a:r>
                <a:rPr lang="en-GB" sz="1350" b="1" dirty="0"/>
                <a:t/>
              </a:r>
              <a:r>
                <a:rPr lang="ro-RO" sz="1350" dirty="0"/>
                <a:t/>
              </a:r>
              <a:r>
                <a:rPr lang="en-GB" sz="1350" dirty="0"/>
                <a:t/>
              </a:r>
              <a:endParaRPr lang="ro-RO" sz="1350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F780AD5-D905-F8C8-A23A-2267E3AD3A76}"/>
                </a:ext>
              </a:extLst>
            </p:cNvPr>
            <p:cNvGrpSpPr/>
            <p:nvPr/>
          </p:nvGrpSpPr>
          <p:grpSpPr>
            <a:xfrm>
              <a:off x="15439709" y="1320800"/>
              <a:ext cx="2656397" cy="3220926"/>
              <a:chOff x="15439709" y="1801833"/>
              <a:chExt cx="2656397" cy="3220926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67E0DA03-5614-F486-69A9-4FC83E66386C}"/>
                  </a:ext>
                </a:extLst>
              </p:cNvPr>
              <p:cNvGrpSpPr/>
              <p:nvPr/>
            </p:nvGrpSpPr>
            <p:grpSpPr>
              <a:xfrm>
                <a:off x="15866183" y="1801833"/>
                <a:ext cx="2229923" cy="3077153"/>
                <a:chOff x="18095939" y="3680621"/>
                <a:chExt cx="5113946" cy="2880292"/>
              </a:xfrm>
            </p:grpSpPr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777EB40D-ED41-7438-4147-87E716A89768}"/>
                    </a:ext>
                  </a:extLst>
                </p:cNvPr>
                <p:cNvSpPr txBox="1"/>
                <p:nvPr/>
              </p:nvSpPr>
              <p:spPr>
                <a:xfrm>
                  <a:off x="18723215" y="4913940"/>
                  <a:ext cx="4486670" cy="6914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 err="1"/>
                    <a:t/>
                  </a:r>
                  <a:r>
                    <a:rPr lang="ro-RO" sz="1400" dirty="0"/>
                    <a:t/>
                  </a:r>
                  <a:r>
                    <a:rPr lang="en-US" sz="1400" dirty="0"/>
                    <a:t/>
                  </a:r>
                  <a:r>
                    <a:rPr lang="en-US" sz="1400" dirty="0" err="1"/>
                    <a:t/>
                  </a:r>
                  <a:r>
                    <a:rPr lang="en-US" sz="1400" dirty="0"/>
                    <a:t/>
                  </a:r>
                  <a:r>
                    <a:rPr lang="en-US" sz="1400" dirty="0" err="1"/>
                    <a:t/>
                  </a:r>
                  <a:r>
                    <a:rPr lang="en-US" sz="1400" dirty="0"/>
                    <a:t/>
                  </a:r>
                  <a:endParaRPr lang="en-GB" sz="1400" dirty="0"/>
                </a:p>
              </p:txBody>
            </p: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12C008F3-1DCE-163E-C5BA-D7F5897A912C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8208897" y="4304600"/>
                  <a:ext cx="432919" cy="0"/>
                </a:xfrm>
                <a:prstGeom prst="straightConnector1">
                  <a:avLst/>
                </a:prstGeom>
                <a:blipFill dpi="0" rotWithShape="0"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tile tx="0" ty="0" sx="100000" sy="100000" flip="none" algn="tl"/>
                </a:blipFill>
                <a:ln w="254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062FB79-D7CF-CB07-21F3-7A9921D754D1}"/>
                    </a:ext>
                  </a:extLst>
                </p:cNvPr>
                <p:cNvSpPr txBox="1"/>
                <p:nvPr/>
              </p:nvSpPr>
              <p:spPr>
                <a:xfrm>
                  <a:off x="18723215" y="3958375"/>
                  <a:ext cx="4486670" cy="6914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 err="1"/>
                    <a:t/>
                  </a:r>
                  <a:r>
                    <a:rPr lang="ro-RO" sz="1400" dirty="0"/>
                    <a:t/>
                  </a:r>
                  <a:r>
                    <a:rPr lang="en-US" sz="1400" dirty="0"/>
                    <a:t/>
                  </a:r>
                  <a:r>
                    <a:rPr lang="en-US" sz="1400" dirty="0" err="1"/>
                    <a:t/>
                  </a:r>
                  <a:r>
                    <a:rPr lang="en-US" sz="1400" dirty="0"/>
                    <a:t/>
                  </a:r>
                  <a:r>
                    <a:rPr lang="en-US" sz="1400" dirty="0" err="1"/>
                    <a:t/>
                  </a:r>
                  <a:r>
                    <a:rPr lang="en-US" sz="1400" dirty="0"/>
                    <a:t/>
                  </a:r>
                  <a:endParaRPr lang="en-GB" sz="1400" dirty="0"/>
                </a:p>
              </p:txBody>
            </p:sp>
            <p:sp>
              <p:nvSpPr>
                <p:cNvPr id="17" name="Right Brace 16">
                  <a:extLst>
                    <a:ext uri="{FF2B5EF4-FFF2-40B4-BE49-F238E27FC236}">
                      <a16:creationId xmlns:a16="http://schemas.microsoft.com/office/drawing/2014/main" id="{40E66EE7-51D3-2BF5-1C17-CE4872188DE9}"/>
                    </a:ext>
                  </a:extLst>
                </p:cNvPr>
                <p:cNvSpPr/>
                <p:nvPr/>
              </p:nvSpPr>
              <p:spPr bwMode="auto">
                <a:xfrm>
                  <a:off x="18095939" y="3827776"/>
                  <a:ext cx="202996" cy="953510"/>
                </a:xfrm>
                <a:prstGeom prst="rightBrace">
                  <a:avLst/>
                </a:prstGeom>
                <a:noFill/>
                <a:ln w="254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68580" tIns="34290" rIns="68580" bIns="3429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 defTabSz="6858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GB" sz="1200">
                    <a:solidFill>
                      <a:srgbClr val="000000"/>
                    </a:solidFill>
                    <a:latin typeface="Gill Sans" charset="0"/>
                    <a:ea typeface="Heiti SC Light" charset="0"/>
                    <a:cs typeface="Heiti SC Light" charset="0"/>
                    <a:sym typeface="Gill Sans" charset="0"/>
                  </a:endParaRPr>
                </a:p>
              </p:txBody>
            </p: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145A18F8-7957-A41F-09D4-E5ACD849F5B7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18298935" y="6208065"/>
                  <a:ext cx="342880" cy="0"/>
                </a:xfrm>
                <a:prstGeom prst="straightConnector1">
                  <a:avLst/>
                </a:prstGeom>
                <a:blipFill dpi="0" rotWithShape="0"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tile tx="0" ty="0" sx="100000" sy="100000" flip="none" algn="tl"/>
                </a:blipFill>
                <a:ln w="2540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0E89B0C-C8A0-B69F-203C-C8855E5465BE}"/>
                    </a:ext>
                  </a:extLst>
                </p:cNvPr>
                <p:cNvSpPr txBox="1"/>
                <p:nvPr/>
              </p:nvSpPr>
              <p:spPr>
                <a:xfrm>
                  <a:off x="18759800" y="5869505"/>
                  <a:ext cx="4450085" cy="6914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 err="1"/>
                    <a:t/>
                  </a:r>
                  <a:r>
                    <a:rPr lang="ro-RO" sz="1400" dirty="0"/>
                    <a:t/>
                  </a:r>
                  <a:r>
                    <a:rPr lang="en-US" sz="1400" dirty="0"/>
                    <a:t/>
                  </a:r>
                  <a:r>
                    <a:rPr lang="en-US" sz="1400" dirty="0" err="1"/>
                    <a:t/>
                  </a:r>
                  <a:r>
                    <a:rPr lang="en-US" sz="1400" dirty="0"/>
                    <a:t/>
                  </a:r>
                  <a:r>
                    <a:rPr lang="en-US" sz="1400" dirty="0" err="1"/>
                    <a:t/>
                  </a:r>
                  <a:r>
                    <a:rPr lang="en-US" sz="1400" dirty="0"/>
                    <a:t/>
                  </a:r>
                  <a:r>
                    <a:rPr lang="en-US" sz="1400" dirty="0" err="1"/>
                    <a:t/>
                  </a:r>
                  <a:r>
                    <a:rPr lang="en-US" sz="1400" dirty="0"/>
                    <a:t/>
                  </a:r>
                  <a:endParaRPr lang="en-GB" sz="1400" dirty="0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C5229F9-A3DE-B6D0-5012-391DB79187DF}"/>
                    </a:ext>
                  </a:extLst>
                </p:cNvPr>
                <p:cNvSpPr txBox="1"/>
                <p:nvPr/>
              </p:nvSpPr>
              <p:spPr>
                <a:xfrm>
                  <a:off x="19142371" y="3680621"/>
                  <a:ext cx="2192131" cy="2592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ro-RO" sz="1200" b="1" dirty="0">
                      <a:solidFill>
                        <a:srgbClr val="00AAAB"/>
                      </a:solidFill>
                    </a:rPr>
                    <a:t/>
                  </a:r>
                  <a:endParaRPr lang="en-GB" sz="1200" b="1" dirty="0">
                    <a:solidFill>
                      <a:srgbClr val="00AAAB"/>
                    </a:solidFill>
                  </a:endParaRPr>
                </a:p>
              </p:txBody>
            </p:sp>
          </p:grpSp>
          <p:sp>
            <p:nvSpPr>
              <p:cNvPr id="22" name="Right Brace 21">
                <a:extLst>
                  <a:ext uri="{FF2B5EF4-FFF2-40B4-BE49-F238E27FC236}">
                    <a16:creationId xmlns:a16="http://schemas.microsoft.com/office/drawing/2014/main" id="{8F13F56D-80E9-2FD2-C870-1706CE789CD5}"/>
                  </a:ext>
                </a:extLst>
              </p:cNvPr>
              <p:cNvSpPr/>
              <p:nvPr/>
            </p:nvSpPr>
            <p:spPr bwMode="auto">
              <a:xfrm>
                <a:off x="15866183" y="2972488"/>
                <a:ext cx="88516" cy="1008799"/>
              </a:xfrm>
              <a:prstGeom prst="rightBrac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1200">
                  <a:solidFill>
                    <a:srgbClr val="000000"/>
                  </a:solidFill>
                  <a:latin typeface="Gill Sans" charset="0"/>
                  <a:ea typeface="Heiti SC Light" charset="0"/>
                  <a:cs typeface="Heiti SC Light" charset="0"/>
                  <a:sym typeface="Gill Sans" charset="0"/>
                </a:endParaRPr>
              </a:p>
            </p:txBody>
          </p: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392BB045-3C3C-F040-A6E1-1F26D3DE99F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915438" y="3477063"/>
                <a:ext cx="188773" cy="0"/>
              </a:xfrm>
              <a:prstGeom prst="straightConnector1">
                <a:avLst/>
              </a:prstGeom>
              <a:blipFill dpi="0" rotWithShape="0"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tile tx="0" ty="0" sx="100000" sy="100000" flip="none" algn="tl"/>
              </a:blipFill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triangle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04D7342D-6F7C-77B4-4DA1-C7532A4C285F}"/>
                  </a:ext>
                </a:extLst>
              </p:cNvPr>
              <p:cNvSpPr/>
              <p:nvPr/>
            </p:nvSpPr>
            <p:spPr>
              <a:xfrm>
                <a:off x="15439709" y="1954800"/>
                <a:ext cx="376395" cy="3067959"/>
              </a:xfrm>
              <a:prstGeom prst="rect">
                <a:avLst/>
              </a:prstGeom>
              <a:gradFill>
                <a:gsLst>
                  <a:gs pos="0">
                    <a:schemeClr val="accent4"/>
                  </a:gs>
                  <a:gs pos="33000">
                    <a:schemeClr val="accent4"/>
                  </a:gs>
                  <a:gs pos="33000">
                    <a:schemeClr val="accent3"/>
                  </a:gs>
                  <a:gs pos="66000">
                    <a:schemeClr val="accent3"/>
                  </a:gs>
                  <a:gs pos="66000">
                    <a:schemeClr val="tx2"/>
                  </a:gs>
                  <a:gs pos="100000">
                    <a:schemeClr val="tx2"/>
                  </a:gs>
                </a:gsLst>
                <a:lin ang="54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o-RO"/>
              </a:p>
            </p:txBody>
          </p:sp>
          <p:sp>
            <p:nvSpPr>
              <p:cNvPr id="27" name="Right Brace 26">
                <a:extLst>
                  <a:ext uri="{FF2B5EF4-FFF2-40B4-BE49-F238E27FC236}">
                    <a16:creationId xmlns:a16="http://schemas.microsoft.com/office/drawing/2014/main" id="{F3399BD9-83BE-376B-ADC2-C75EFE7907B1}"/>
                  </a:ext>
                </a:extLst>
              </p:cNvPr>
              <p:cNvSpPr/>
              <p:nvPr/>
            </p:nvSpPr>
            <p:spPr bwMode="auto">
              <a:xfrm>
                <a:off x="15871637" y="3982916"/>
                <a:ext cx="83062" cy="1039842"/>
              </a:xfrm>
              <a:prstGeom prst="rightBrace">
                <a:avLst/>
              </a:prstGeom>
              <a:noFill/>
              <a:ln w="254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defTabSz="685800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GB" sz="1200">
                  <a:solidFill>
                    <a:srgbClr val="000000"/>
                  </a:solidFill>
                  <a:latin typeface="Gill Sans" charset="0"/>
                  <a:ea typeface="Heiti SC Light" charset="0"/>
                  <a:cs typeface="Heiti SC Light" charset="0"/>
                  <a:sym typeface="Gill Sans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95398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6ACC76-85A1-EFBA-F5EA-D73B5DCD7211}"/>
              </a:ext>
            </a:extLst>
          </p:cNvPr>
          <p:cNvSpPr/>
          <p:nvPr/>
        </p:nvSpPr>
        <p:spPr>
          <a:xfrm>
            <a:off x="1859280" y="4831080"/>
            <a:ext cx="15702712" cy="1264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CFA74B-FA33-62D2-93E9-57C6949733C8}"/>
              </a:ext>
            </a:extLst>
          </p:cNvPr>
          <p:cNvSpPr/>
          <p:nvPr/>
        </p:nvSpPr>
        <p:spPr bwMode="auto">
          <a:xfrm>
            <a:off x="1859280" y="4831079"/>
            <a:ext cx="15702711" cy="1264920"/>
          </a:xfrm>
          <a:prstGeom prst="rect">
            <a:avLst/>
          </a:prstGeom>
          <a:solidFill>
            <a:schemeClr val="bg1">
              <a:lumMod val="85000"/>
              <a:alpha val="27843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</a:pPr>
            <a:endParaRPr lang="en-US" sz="4200">
              <a:solidFill>
                <a:srgbClr val="000000"/>
              </a:solidFill>
              <a:latin typeface="Gill Sans" charset="0"/>
              <a:ea typeface="Heiti SC Light" charset="0"/>
              <a:cs typeface="Heiti SC Light" charset="0"/>
              <a:sym typeface="Gill Sans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AA7FA04-7CAD-4431-90BA-3414C6636A65}"/>
              </a:ext>
            </a:extLst>
          </p:cNvPr>
          <p:cNvSpPr txBox="1">
            <a:spLocks/>
          </p:cNvSpPr>
          <p:nvPr/>
        </p:nvSpPr>
        <p:spPr>
          <a:xfrm>
            <a:off x="1450013" y="76092"/>
            <a:ext cx="12289925" cy="647914"/>
          </a:xfrm>
        </p:spPr>
        <p:txBody>
          <a:bodyPr>
            <a:noAutofit/>
          </a:bodyPr>
          <a:lstStyle>
            <a:defPPr>
              <a:defRPr lang="en-US"/>
            </a:defPPr>
            <a:lvl1pPr>
              <a:tabLst>
                <a:tab pos="1028700" algn="l"/>
              </a:tabLst>
              <a:defRPr sz="6000" b="1" kern="0">
                <a:solidFill>
                  <a:srgbClr val="111119"/>
                </a:solidFill>
                <a:latin typeface="Geomanist Medium" panose="02000603000000020004" pitchFamily="50" charset="0"/>
                <a:ea typeface="+mj-ea"/>
                <a:cs typeface="+mj-cs"/>
              </a:defRPr>
            </a:lvl1pPr>
            <a:lvl2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2pPr>
            <a:lvl3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3pPr>
            <a:lvl4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4pPr>
            <a:lvl5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9pPr>
          </a:lstStyle>
          <a:p>
            <a:r>
              <a:rPr lang="ro-RO" sz="3000" dirty="0">
                <a:solidFill>
                  <a:srgbClr val="003057"/>
                </a:solidFill>
                <a:latin typeface="+mn-lt"/>
              </a:rPr>
              <a:t/>
            </a:r>
            <a:r>
              <a:rPr lang="ro-RO" sz="3000" dirty="0">
                <a:solidFill>
                  <a:srgbClr val="D49802"/>
                </a:solidFill>
                <a:latin typeface="+mn-lt"/>
              </a:rPr>
              <a:t/>
            </a:r>
            <a:r>
              <a:rPr lang="en-US" sz="3000" dirty="0">
                <a:solidFill>
                  <a:srgbClr val="D49802"/>
                </a:solidFill>
                <a:latin typeface="+mn-lt"/>
              </a:rPr>
              <a:t/>
            </a:r>
            <a:r>
              <a:rPr lang="ro-RO" sz="3000" dirty="0">
                <a:solidFill>
                  <a:srgbClr val="D49802"/>
                </a:solidFill>
                <a:latin typeface="+mn-lt"/>
              </a:rPr>
              <a:t/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5EEEEEE-7A29-49F9-A64D-CA9448BD7C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2485275"/>
              </p:ext>
            </p:extLst>
          </p:nvPr>
        </p:nvGraphicFramePr>
        <p:xfrm>
          <a:off x="1156596" y="863365"/>
          <a:ext cx="16405396" cy="89778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32672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E1EBE-41C4-BFA0-FB72-EB1449CDA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D75E5C-997A-D7F0-BAB4-89F3EFEA6F08}"/>
              </a:ext>
            </a:extLst>
          </p:cNvPr>
          <p:cNvSpPr/>
          <p:nvPr/>
        </p:nvSpPr>
        <p:spPr>
          <a:xfrm>
            <a:off x="1859280" y="3800475"/>
            <a:ext cx="16428720" cy="13430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B230ED-992C-482C-9BAA-BCE6F74FBE80}"/>
              </a:ext>
            </a:extLst>
          </p:cNvPr>
          <p:cNvSpPr txBox="1">
            <a:spLocks/>
          </p:cNvSpPr>
          <p:nvPr/>
        </p:nvSpPr>
        <p:spPr>
          <a:xfrm>
            <a:off x="1450013" y="76092"/>
            <a:ext cx="12289925" cy="647914"/>
          </a:xfrm>
        </p:spPr>
        <p:txBody>
          <a:bodyPr>
            <a:noAutofit/>
          </a:bodyPr>
          <a:lstStyle>
            <a:defPPr>
              <a:defRPr lang="en-US"/>
            </a:defPPr>
            <a:lvl1pPr>
              <a:tabLst>
                <a:tab pos="1028700" algn="l"/>
              </a:tabLst>
              <a:defRPr sz="6000" b="1" kern="0">
                <a:solidFill>
                  <a:srgbClr val="111119"/>
                </a:solidFill>
                <a:latin typeface="Geomanist Medium" panose="02000603000000020004" pitchFamily="50" charset="0"/>
                <a:ea typeface="+mj-ea"/>
                <a:cs typeface="+mj-cs"/>
              </a:defRPr>
            </a:lvl1pPr>
            <a:lvl2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2pPr>
            <a:lvl3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3pPr>
            <a:lvl4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4pPr>
            <a:lvl5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9pPr>
          </a:lstStyle>
          <a:p>
            <a:r>
              <a:rPr lang="ro-RO" sz="3000">
                <a:solidFill>
                  <a:srgbClr val="003057"/>
                </a:solidFill>
                <a:latin typeface="+mn-lt"/>
              </a:rPr>
              <a:t/>
            </a:r>
            <a:r>
              <a:rPr lang="en-US" sz="3000">
                <a:solidFill>
                  <a:srgbClr val="003057"/>
                </a:solidFill>
                <a:latin typeface="+mn-lt"/>
              </a:rPr>
              <a:t/>
            </a:r>
            <a:r>
              <a:rPr lang="en-US" sz="3000">
                <a:solidFill>
                  <a:srgbClr val="D49802"/>
                </a:solidFill>
              </a:rPr>
              <a:t/>
            </a:r>
            <a:r>
              <a:rPr lang="ro-RO" sz="3000">
                <a:solidFill>
                  <a:srgbClr val="D49802"/>
                </a:solidFill>
              </a:rPr>
              <a:t/>
            </a:r>
            <a:r>
              <a:rPr lang="en-US" sz="3000">
                <a:solidFill>
                  <a:srgbClr val="D49802"/>
                </a:solidFill>
              </a:rPr>
              <a:t/>
            </a:r>
            <a:r>
              <a:rPr lang="ro-RO" sz="3000">
                <a:solidFill>
                  <a:srgbClr val="D49802"/>
                </a:solidFill>
              </a:rPr>
              <a:t/>
            </a:r>
            <a:r>
              <a:rPr lang="en-US" sz="3000">
                <a:solidFill>
                  <a:srgbClr val="D49802"/>
                </a:solidFill>
              </a:rPr>
              <a:t/>
            </a:r>
            <a:endParaRPr lang="ro-RO" sz="3000">
              <a:solidFill>
                <a:srgbClr val="D49802"/>
              </a:solidFill>
              <a:latin typeface="+mn-lt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05BECC2-7F7D-7674-4584-8D523254B279}"/>
              </a:ext>
            </a:extLst>
          </p:cNvPr>
          <p:cNvGraphicFramePr>
            <a:graphicFrameLocks/>
          </p:cNvGraphicFramePr>
          <p:nvPr/>
        </p:nvGraphicFramePr>
        <p:xfrm>
          <a:off x="1156596" y="863364"/>
          <a:ext cx="17131404" cy="94236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78858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AF650B-1026-9711-85B9-8DA7B53A2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5" r="3815"/>
          <a:stretch/>
        </p:blipFill>
        <p:spPr>
          <a:xfrm>
            <a:off x="112544" y="1013791"/>
            <a:ext cx="11841330" cy="8535811"/>
          </a:xfrm>
          <a:prstGeom prst="roundRect">
            <a:avLst>
              <a:gd name="adj" fmla="val 2466"/>
            </a:avLst>
          </a:prstGeom>
          <a:ln>
            <a:noFill/>
          </a:ln>
          <a:effectLst/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362ED143-C504-DC39-137E-2FA064466CB6}"/>
              </a:ext>
            </a:extLst>
          </p:cNvPr>
          <p:cNvGrpSpPr/>
          <p:nvPr/>
        </p:nvGrpSpPr>
        <p:grpSpPr>
          <a:xfrm>
            <a:off x="11035898" y="3720782"/>
            <a:ext cx="7139557" cy="2859569"/>
            <a:chOff x="11502624" y="3508375"/>
            <a:chExt cx="4978801" cy="285956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66B974A-F51A-47CB-5E58-E3CC88E8AA6E}"/>
                </a:ext>
              </a:extLst>
            </p:cNvPr>
            <p:cNvSpPr/>
            <p:nvPr/>
          </p:nvSpPr>
          <p:spPr>
            <a:xfrm>
              <a:off x="11502624" y="4964113"/>
              <a:ext cx="4794651" cy="1389697"/>
            </a:xfrm>
            <a:prstGeom prst="roundRect">
              <a:avLst>
                <a:gd name="adj" fmla="val 18402"/>
              </a:avLst>
            </a:prstGeom>
            <a:solidFill>
              <a:schemeClr val="accent4"/>
            </a:solidFill>
            <a:ln w="152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altLang="ro-RO" sz="2500" b="1" i="0" u="none" strike="noStrike" kern="1200" cap="none" spc="300" normalizeH="0" baseline="0" noProof="0" dirty="0">
                <a:ln>
                  <a:noFill/>
                </a:ln>
                <a:solidFill>
                  <a:srgbClr val="F4F4F4"/>
                </a:solidFill>
                <a:effectLst/>
                <a:uLnTx/>
                <a:uFillTx/>
                <a:latin typeface="Raleway"/>
                <a:ea typeface="+mn-ea"/>
                <a:cs typeface="+mn-cs"/>
                <a:sym typeface="Montserrat-Bold" panose="02000505000000020004" pitchFamily="2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9233576-8FF7-7535-6A9C-FD0F5C43FC9D}"/>
                </a:ext>
              </a:extLst>
            </p:cNvPr>
            <p:cNvSpPr/>
            <p:nvPr/>
          </p:nvSpPr>
          <p:spPr>
            <a:xfrm>
              <a:off x="11502624" y="3508375"/>
              <a:ext cx="4978801" cy="2111375"/>
            </a:xfrm>
            <a:prstGeom prst="roundRect">
              <a:avLst>
                <a:gd name="adj" fmla="val 13149"/>
              </a:avLst>
            </a:prstGeom>
            <a:solidFill>
              <a:schemeClr val="tx2"/>
            </a:solidFill>
            <a:ln w="152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altLang="ro-RO" sz="4400" b="1" i="0" u="none" strike="noStrike" kern="1200" cap="none" spc="300" normalizeH="0" baseline="0" noProof="0" dirty="0">
                  <a:ln>
                    <a:noFill/>
                  </a:ln>
                  <a:solidFill>
                    <a:srgbClr val="F4F4F4"/>
                  </a:solidFill>
                  <a:effectLst/>
                  <a:uLnTx/>
                  <a:uFillTx/>
                  <a:latin typeface="Raleway"/>
                  <a:ea typeface="+mn-ea"/>
                  <a:cs typeface="+mn-cs"/>
                  <a:sym typeface="Montserrat-Bold" panose="02000505000000020004" pitchFamily="2" charset="0"/>
                </a:rPr>
                <a:t/>
              </a:r>
            </a:p>
          </p:txBody>
        </p:sp>
        <p:sp>
          <p:nvSpPr>
            <p:cNvPr id="9" name="Google Shape;130;p25">
              <a:extLst>
                <a:ext uri="{FF2B5EF4-FFF2-40B4-BE49-F238E27FC236}">
                  <a16:creationId xmlns:a16="http://schemas.microsoft.com/office/drawing/2014/main" id="{A7C1E3C5-B0E0-591A-52F0-C8DB2F62F477}"/>
                </a:ext>
              </a:extLst>
            </p:cNvPr>
            <p:cNvSpPr txBox="1"/>
            <p:nvPr/>
          </p:nvSpPr>
          <p:spPr>
            <a:xfrm>
              <a:off x="11718925" y="5444655"/>
              <a:ext cx="4413251" cy="923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  <a:tabLst/>
                <a:defRPr/>
              </a:pPr>
              <a:r>
                <a:rPr kumimoji="0" lang="ro-RO" altLang="ro-RO" sz="3600" b="1" i="0" u="none" strike="noStrike" kern="1200" cap="none" spc="300" normalizeH="0" baseline="0" noProof="0" dirty="0">
                  <a:ln>
                    <a:noFill/>
                  </a:ln>
                  <a:solidFill>
                    <a:srgbClr val="F4F4F4"/>
                  </a:solidFill>
                  <a:effectLst/>
                  <a:uLnTx/>
                  <a:uFillTx/>
                  <a:latin typeface="Raleway"/>
                  <a:ea typeface="+mn-ea"/>
                  <a:cs typeface="+mn-cs"/>
                  <a:sym typeface="Montserrat-Bold" panose="02000505000000020004" pitchFamily="2" charset="0"/>
                </a:rPr>
                <a:t/>
              </a:r>
              <a:endParaRPr kumimoji="0" sz="3600" b="1" i="0" u="none" strike="noStrike" kern="1200" cap="none" spc="300" normalizeH="0" baseline="0" noProof="0" dirty="0">
                <a:ln>
                  <a:noFill/>
                </a:ln>
                <a:solidFill>
                  <a:srgbClr val="F4F4F4"/>
                </a:solidFill>
                <a:effectLst/>
                <a:uLnTx/>
                <a:uFillTx/>
                <a:latin typeface="Raleway"/>
                <a:ea typeface="+mn-ea"/>
                <a:cs typeface="+mn-cs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8364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2FFB9-8B35-867D-C3C5-24ED6E28E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4C6289F-5A6D-A6DA-CAE8-D88165D92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412275"/>
              </p:ext>
            </p:extLst>
          </p:nvPr>
        </p:nvGraphicFramePr>
        <p:xfrm>
          <a:off x="1635622" y="949076"/>
          <a:ext cx="4307974" cy="8801100"/>
        </p:xfrm>
        <a:graphic>
          <a:graphicData uri="http://schemas.openxmlformats.org/drawingml/2006/table">
            <a:tbl>
              <a:tblPr/>
              <a:tblGrid>
                <a:gridCol w="2969057">
                  <a:extLst>
                    <a:ext uri="{9D8B030D-6E8A-4147-A177-3AD203B41FA5}">
                      <a16:colId xmlns:a16="http://schemas.microsoft.com/office/drawing/2014/main" val="1081907750"/>
                    </a:ext>
                  </a:extLst>
                </a:gridCol>
                <a:gridCol w="1338917">
                  <a:extLst>
                    <a:ext uri="{9D8B030D-6E8A-4147-A177-3AD203B41FA5}">
                      <a16:colId xmlns:a16="http://schemas.microsoft.com/office/drawing/2014/main" val="281700013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47499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6229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0400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46223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15608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02206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0154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1572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81113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4379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14042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1069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92724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1516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64263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84986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38526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08539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34304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3241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6051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48903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67589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1309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4392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53064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41327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310046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3388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371427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8466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842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35328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401528"/>
                  </a:ext>
                </a:extLst>
              </a:tr>
              <a:tr h="15625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Raleway" pitchFamily="2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Raleway" pitchFamily="2" charset="0"/>
                        </a:rPr>
                        <a:t/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963510"/>
                  </a:ext>
                </a:extLst>
              </a:tr>
            </a:tbl>
          </a:graphicData>
        </a:graphic>
      </p:graphicFrame>
      <p:sp>
        <p:nvSpPr>
          <p:cNvPr id="8" name="Right Brace 7">
            <a:extLst>
              <a:ext uri="{FF2B5EF4-FFF2-40B4-BE49-F238E27FC236}">
                <a16:creationId xmlns:a16="http://schemas.microsoft.com/office/drawing/2014/main" id="{8D1C7817-B9F9-F032-FDCB-2E92CBCD783E}"/>
              </a:ext>
            </a:extLst>
          </p:cNvPr>
          <p:cNvSpPr/>
          <p:nvPr/>
        </p:nvSpPr>
        <p:spPr>
          <a:xfrm>
            <a:off x="6084147" y="1060197"/>
            <a:ext cx="649706" cy="181534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94E228-684F-4BD2-ED37-DE9781DD81F3}"/>
              </a:ext>
            </a:extLst>
          </p:cNvPr>
          <p:cNvSpPr txBox="1"/>
          <p:nvPr/>
        </p:nvSpPr>
        <p:spPr>
          <a:xfrm>
            <a:off x="6821902" y="1732547"/>
            <a:ext cx="493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/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F0BC38F4-F2F6-9E20-3F6B-15F7D48F7448}"/>
              </a:ext>
            </a:extLst>
          </p:cNvPr>
          <p:cNvSpPr/>
          <p:nvPr/>
        </p:nvSpPr>
        <p:spPr>
          <a:xfrm>
            <a:off x="6084147" y="7886699"/>
            <a:ext cx="649706" cy="181534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96BE4C-D893-953B-8D31-952ED36A21ED}"/>
              </a:ext>
            </a:extLst>
          </p:cNvPr>
          <p:cNvSpPr txBox="1"/>
          <p:nvPr/>
        </p:nvSpPr>
        <p:spPr>
          <a:xfrm>
            <a:off x="6821902" y="8559049"/>
            <a:ext cx="49329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/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DD88139F-9C28-E37C-896A-29D459CD0EFA}"/>
              </a:ext>
            </a:extLst>
          </p:cNvPr>
          <p:cNvSpPr/>
          <p:nvPr/>
        </p:nvSpPr>
        <p:spPr>
          <a:xfrm>
            <a:off x="6084147" y="3026135"/>
            <a:ext cx="649706" cy="4716379"/>
          </a:xfrm>
          <a:prstGeom prst="rightBrace">
            <a:avLst>
              <a:gd name="adj1" fmla="val 0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86E574-16E3-5D60-7A3F-526D21F1217B}"/>
              </a:ext>
            </a:extLst>
          </p:cNvPr>
          <p:cNvSpPr txBox="1"/>
          <p:nvPr/>
        </p:nvSpPr>
        <p:spPr>
          <a:xfrm>
            <a:off x="6785807" y="5157830"/>
            <a:ext cx="5895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/>
              <a:t/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BD6D3BF-2F30-6676-D28C-F9021523FE45}"/>
              </a:ext>
            </a:extLst>
          </p:cNvPr>
          <p:cNvSpPr/>
          <p:nvPr/>
        </p:nvSpPr>
        <p:spPr>
          <a:xfrm>
            <a:off x="8013790" y="1152200"/>
            <a:ext cx="4607335" cy="1190377"/>
          </a:xfrm>
          <a:prstGeom prst="roundRect">
            <a:avLst>
              <a:gd name="adj" fmla="val 21682"/>
            </a:avLst>
          </a:prstGeom>
          <a:solidFill>
            <a:srgbClr val="003057"/>
          </a:solidFill>
          <a:ln w="152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14300"/>
            <a:r>
              <a:rPr lang="en-US" sz="2200" b="1" dirty="0" err="1"/>
              <a:t/>
            </a:r>
            <a:r>
              <a:rPr lang="en-US" sz="2200" b="1" dirty="0"/>
              <a:t/>
            </a:r>
            <a:r>
              <a:rPr lang="en-US" sz="2200" b="1" dirty="0" err="1"/>
              <a:t/>
            </a:r>
            <a:r>
              <a:rPr lang="en-US" sz="2200" b="1" dirty="0"/>
              <a:t/>
            </a:r>
            <a:r>
              <a:rPr lang="en-US" sz="2200" b="1" dirty="0" err="1"/>
              <a:t/>
            </a:r>
            <a:r>
              <a:rPr lang="en-US" sz="2200" b="1" dirty="0"/>
              <a:t/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18E3552-A954-3DE6-D8B1-064822E2F2F3}"/>
              </a:ext>
            </a:extLst>
          </p:cNvPr>
          <p:cNvSpPr/>
          <p:nvPr/>
        </p:nvSpPr>
        <p:spPr>
          <a:xfrm>
            <a:off x="7929570" y="1778673"/>
            <a:ext cx="9965399" cy="3569370"/>
          </a:xfrm>
          <a:prstGeom prst="roundRect">
            <a:avLst>
              <a:gd name="adj" fmla="val 10052"/>
            </a:avLst>
          </a:prstGeom>
          <a:solidFill>
            <a:schemeClr val="bg1"/>
          </a:solidFill>
          <a:ln w="152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E6634C2-2ECD-8F21-F69B-956282A61598}"/>
              </a:ext>
            </a:extLst>
          </p:cNvPr>
          <p:cNvSpPr/>
          <p:nvPr/>
        </p:nvSpPr>
        <p:spPr>
          <a:xfrm>
            <a:off x="8013791" y="5668324"/>
            <a:ext cx="3936096" cy="1190377"/>
          </a:xfrm>
          <a:prstGeom prst="roundRect">
            <a:avLst>
              <a:gd name="adj" fmla="val 21682"/>
            </a:avLst>
          </a:prstGeom>
          <a:solidFill>
            <a:schemeClr val="accent4"/>
          </a:solidFill>
          <a:ln w="152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14300"/>
            <a:r>
              <a:rPr lang="en-US" sz="2200" b="1" dirty="0"/>
              <a:t/>
            </a:r>
            <a:r>
              <a:rPr lang="en-US" sz="2200" b="1" dirty="0" err="1"/>
              <a:t/>
            </a:r>
            <a:endParaRPr lang="en-US" sz="2200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73CDB9B-2079-4C07-997D-8810777AA03A}"/>
              </a:ext>
            </a:extLst>
          </p:cNvPr>
          <p:cNvSpPr/>
          <p:nvPr/>
        </p:nvSpPr>
        <p:spPr>
          <a:xfrm>
            <a:off x="8013791" y="6268447"/>
            <a:ext cx="9965399" cy="2946511"/>
          </a:xfrm>
          <a:prstGeom prst="roundRect">
            <a:avLst>
              <a:gd name="adj" fmla="val 10052"/>
            </a:avLst>
          </a:prstGeom>
          <a:solidFill>
            <a:schemeClr val="bg1"/>
          </a:solidFill>
          <a:ln w="152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791E5AF-7B90-13D8-3846-3F1FDB35FBD1}"/>
              </a:ext>
            </a:extLst>
          </p:cNvPr>
          <p:cNvSpPr txBox="1">
            <a:spLocks/>
          </p:cNvSpPr>
          <p:nvPr/>
        </p:nvSpPr>
        <p:spPr>
          <a:xfrm>
            <a:off x="1448163" y="152441"/>
            <a:ext cx="12448310" cy="796635"/>
          </a:xfrm>
          <a:solidFill>
            <a:srgbClr val="FFC000"/>
          </a:solidFill>
        </p:spPr>
        <p:txBody>
          <a:bodyPr>
            <a:noAutofit/>
          </a:bodyPr>
          <a:lstStyle>
            <a:defPPr>
              <a:defRPr lang="en-US"/>
            </a:defPPr>
            <a:lvl1pPr>
              <a:tabLst>
                <a:tab pos="1028700" algn="l"/>
              </a:tabLst>
              <a:defRPr sz="6000" b="1" kern="0">
                <a:solidFill>
                  <a:srgbClr val="111119"/>
                </a:solidFill>
                <a:latin typeface="Geomanist Medium" panose="02000603000000020004" pitchFamily="50" charset="0"/>
                <a:ea typeface="+mj-ea"/>
                <a:cs typeface="+mj-cs"/>
              </a:defRPr>
            </a:lvl1pPr>
            <a:lvl2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2pPr>
            <a:lvl3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3pPr>
            <a:lvl4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4pPr>
            <a:lvl5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9pPr>
          </a:lstStyle>
          <a:p>
            <a:pPr defTabSz="1371600">
              <a:lnSpc>
                <a:spcPct val="90000"/>
              </a:lnSpc>
              <a:spcBef>
                <a:spcPct val="0"/>
              </a:spcBef>
            </a:pPr>
            <a:r>
              <a:rPr lang="ro-RO" sz="3750" kern="1200" dirty="0">
                <a:solidFill>
                  <a:srgbClr val="003057"/>
                </a:solidFill>
                <a:latin typeface="+mn-lt"/>
              </a:rPr>
              <a:t/>
            </a:r>
            <a:r>
              <a:rPr lang="en-US" sz="3750" kern="1200" dirty="0">
                <a:solidFill>
                  <a:srgbClr val="003057"/>
                </a:solidFill>
                <a:latin typeface="+mn-lt"/>
              </a:rPr>
              <a:t/>
            </a:r>
            <a:r>
              <a:rPr lang="en-US" sz="3750" kern="1200" dirty="0">
                <a:solidFill>
                  <a:srgbClr val="D49802"/>
                </a:solidFill>
                <a:latin typeface="+mn-lt"/>
              </a:rPr>
              <a:t/>
            </a:r>
            <a:r>
              <a:rPr lang="ro-RO" sz="3750" kern="1200" dirty="0">
                <a:solidFill>
                  <a:srgbClr val="D49802"/>
                </a:solidFill>
                <a:latin typeface="+mn-lt"/>
              </a:rPr>
              <a:t/>
            </a:r>
            <a:endParaRPr lang="en-GB" sz="3750" kern="1200" dirty="0">
              <a:solidFill>
                <a:srgbClr val="D4980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12848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DC367E9-2285-E36D-5143-FEF97DCBE412}"/>
              </a:ext>
            </a:extLst>
          </p:cNvPr>
          <p:cNvSpPr/>
          <p:nvPr/>
        </p:nvSpPr>
        <p:spPr>
          <a:xfrm>
            <a:off x="1967345" y="3643744"/>
            <a:ext cx="16122535" cy="11914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848A1BA-C136-493A-889E-6DB3FD9B094A}"/>
              </a:ext>
            </a:extLst>
          </p:cNvPr>
          <p:cNvSpPr txBox="1">
            <a:spLocks/>
          </p:cNvSpPr>
          <p:nvPr/>
        </p:nvSpPr>
        <p:spPr>
          <a:xfrm>
            <a:off x="1039091" y="0"/>
            <a:ext cx="9750830" cy="796635"/>
          </a:xfrm>
        </p:spPr>
        <p:txBody>
          <a:bodyPr>
            <a:noAutofit/>
          </a:bodyPr>
          <a:lstStyle>
            <a:defPPr>
              <a:defRPr lang="en-US"/>
            </a:defPPr>
            <a:lvl1pPr>
              <a:tabLst>
                <a:tab pos="1028700" algn="l"/>
              </a:tabLst>
              <a:defRPr sz="6000" b="1" kern="0">
                <a:solidFill>
                  <a:srgbClr val="111119"/>
                </a:solidFill>
                <a:latin typeface="Geomanist Medium" panose="02000603000000020004" pitchFamily="50" charset="0"/>
                <a:ea typeface="+mj-ea"/>
                <a:cs typeface="+mj-cs"/>
              </a:defRPr>
            </a:lvl1pPr>
            <a:lvl2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2pPr>
            <a:lvl3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3pPr>
            <a:lvl4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4pPr>
            <a:lvl5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9pPr>
          </a:lstStyle>
          <a:p>
            <a:r>
              <a:rPr lang="ro-RO" sz="3600" dirty="0"/>
              <a:t/>
            </a:r>
            <a:endParaRPr lang="en-GB" sz="3600" dirty="0">
              <a:solidFill>
                <a:srgbClr val="D49802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67380C6-AB90-435A-A258-F49BBD9A34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3950284"/>
              </p:ext>
            </p:extLst>
          </p:nvPr>
        </p:nvGraphicFramePr>
        <p:xfrm>
          <a:off x="978130" y="1052945"/>
          <a:ext cx="17248909" cy="8437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18365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68E65-6030-2786-90F9-6C462C29F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05D1400-5A0E-2305-1D26-A8EDD4F5DD03}"/>
              </a:ext>
            </a:extLst>
          </p:cNvPr>
          <p:cNvSpPr/>
          <p:nvPr/>
        </p:nvSpPr>
        <p:spPr>
          <a:xfrm>
            <a:off x="1967345" y="3671454"/>
            <a:ext cx="16112838" cy="12469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B98B50-DBAD-39FD-4BA0-42655DFB4EAB}"/>
              </a:ext>
            </a:extLst>
          </p:cNvPr>
          <p:cNvSpPr txBox="1">
            <a:spLocks/>
          </p:cNvSpPr>
          <p:nvPr/>
        </p:nvSpPr>
        <p:spPr>
          <a:xfrm>
            <a:off x="1052945" y="27126"/>
            <a:ext cx="16916401" cy="985838"/>
          </a:xfrm>
        </p:spPr>
        <p:txBody>
          <a:bodyPr>
            <a:noAutofit/>
          </a:bodyPr>
          <a:lstStyle>
            <a:defPPr>
              <a:defRPr lang="en-US"/>
            </a:defPPr>
            <a:lvl1pPr>
              <a:tabLst>
                <a:tab pos="1028700" algn="l"/>
              </a:tabLst>
              <a:defRPr sz="6000" b="1" kern="0">
                <a:solidFill>
                  <a:srgbClr val="111119"/>
                </a:solidFill>
                <a:latin typeface="Geomanist Medium" panose="02000603000000020004" pitchFamily="50" charset="0"/>
                <a:ea typeface="+mj-ea"/>
                <a:cs typeface="+mj-cs"/>
              </a:defRPr>
            </a:lvl1pPr>
            <a:lvl2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2pPr>
            <a:lvl3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3pPr>
            <a:lvl4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4pPr>
            <a:lvl5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9pPr>
          </a:lstStyle>
          <a:p>
            <a:r>
              <a:rPr lang="ro-RO" sz="3600" dirty="0"/>
              <a:t/>
            </a:r>
            <a:endParaRPr lang="en-GB" sz="3600" dirty="0">
              <a:solidFill>
                <a:srgbClr val="D49802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83747FC-B6CA-112A-E3F6-88A0D9317A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7550166"/>
              </p:ext>
            </p:extLst>
          </p:nvPr>
        </p:nvGraphicFramePr>
        <p:xfrm>
          <a:off x="991985" y="1012965"/>
          <a:ext cx="17235055" cy="8726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47516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153E2-36CF-0C8A-2734-EFFB511D2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2760C2-2567-9155-8079-3BFF83AD3F74}"/>
              </a:ext>
            </a:extLst>
          </p:cNvPr>
          <p:cNvSpPr/>
          <p:nvPr/>
        </p:nvSpPr>
        <p:spPr>
          <a:xfrm>
            <a:off x="2064327" y="3657599"/>
            <a:ext cx="16085128" cy="12469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2773E78-E6C2-E449-B194-081E57714CD1}"/>
              </a:ext>
            </a:extLst>
          </p:cNvPr>
          <p:cNvSpPr txBox="1">
            <a:spLocks/>
          </p:cNvSpPr>
          <p:nvPr/>
        </p:nvSpPr>
        <p:spPr>
          <a:xfrm>
            <a:off x="1066800" y="0"/>
            <a:ext cx="16985673" cy="985838"/>
          </a:xfrm>
        </p:spPr>
        <p:txBody>
          <a:bodyPr>
            <a:noAutofit/>
          </a:bodyPr>
          <a:lstStyle>
            <a:defPPr>
              <a:defRPr lang="en-US"/>
            </a:defPPr>
            <a:lvl1pPr>
              <a:tabLst>
                <a:tab pos="1028700" algn="l"/>
              </a:tabLst>
              <a:defRPr sz="6000" b="1" kern="0">
                <a:solidFill>
                  <a:srgbClr val="111119"/>
                </a:solidFill>
                <a:latin typeface="Geomanist Medium" panose="02000603000000020004" pitchFamily="50" charset="0"/>
                <a:ea typeface="+mj-ea"/>
                <a:cs typeface="+mj-cs"/>
              </a:defRPr>
            </a:lvl1pPr>
            <a:lvl2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2pPr>
            <a:lvl3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3pPr>
            <a:lvl4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4pPr>
            <a:lvl5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9pPr>
          </a:lstStyle>
          <a:p>
            <a:r>
              <a:rPr lang="ro-RO" sz="3600" dirty="0"/>
              <a:t/>
            </a:r>
            <a:endParaRPr lang="en-US" sz="3600" dirty="0">
              <a:solidFill>
                <a:srgbClr val="D49802"/>
              </a:solidFill>
            </a:endParaRPr>
          </a:p>
          <a:p>
            <a:endParaRPr lang="en-GB" sz="3600" dirty="0">
              <a:solidFill>
                <a:srgbClr val="D49802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453DB7E-3335-F95A-A3BF-5DA761F31C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4959721"/>
              </p:ext>
            </p:extLst>
          </p:nvPr>
        </p:nvGraphicFramePr>
        <p:xfrm>
          <a:off x="1066801" y="985838"/>
          <a:ext cx="17221200" cy="8761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86622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29361-197C-0EF3-D4E2-E89D713AF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6938968-61A5-C2EB-326A-0DD43792C53D}"/>
              </a:ext>
            </a:extLst>
          </p:cNvPr>
          <p:cNvSpPr/>
          <p:nvPr/>
        </p:nvSpPr>
        <p:spPr>
          <a:xfrm>
            <a:off x="2036618" y="3629890"/>
            <a:ext cx="16098982" cy="12607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645B436-945A-2C45-8850-3BCCEC4E46B5}"/>
              </a:ext>
            </a:extLst>
          </p:cNvPr>
          <p:cNvSpPr txBox="1">
            <a:spLocks/>
          </p:cNvSpPr>
          <p:nvPr/>
        </p:nvSpPr>
        <p:spPr>
          <a:xfrm>
            <a:off x="1052945" y="61266"/>
            <a:ext cx="17235055" cy="985838"/>
          </a:xfrm>
        </p:spPr>
        <p:txBody>
          <a:bodyPr>
            <a:noAutofit/>
          </a:bodyPr>
          <a:lstStyle>
            <a:defPPr>
              <a:defRPr lang="en-US"/>
            </a:defPPr>
            <a:lvl1pPr>
              <a:tabLst>
                <a:tab pos="1028700" algn="l"/>
              </a:tabLst>
              <a:defRPr sz="6000" b="1" kern="0">
                <a:solidFill>
                  <a:srgbClr val="111119"/>
                </a:solidFill>
                <a:latin typeface="Geomanist Medium" panose="02000603000000020004" pitchFamily="50" charset="0"/>
                <a:ea typeface="+mj-ea"/>
                <a:cs typeface="+mj-cs"/>
              </a:defRPr>
            </a:lvl1pPr>
            <a:lvl2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2pPr>
            <a:lvl3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3pPr>
            <a:lvl4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4pPr>
            <a:lvl5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9pPr>
          </a:lstStyle>
          <a:p>
            <a:r>
              <a:rPr lang="ro-RO" sz="3600" dirty="0"/>
              <a:t/>
            </a:r>
            <a:endParaRPr lang="en-US" sz="3600" dirty="0">
              <a:solidFill>
                <a:srgbClr val="D49802"/>
              </a:solidFill>
            </a:endParaRPr>
          </a:p>
          <a:p>
            <a:endParaRPr lang="en-GB" sz="3600" dirty="0">
              <a:solidFill>
                <a:srgbClr val="D49802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ACA98D0-E1C0-46EE-280B-B8C393A119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4083362"/>
              </p:ext>
            </p:extLst>
          </p:nvPr>
        </p:nvGraphicFramePr>
        <p:xfrm>
          <a:off x="1037705" y="971400"/>
          <a:ext cx="17235055" cy="8761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21896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8F00A-2C1B-9487-3134-FE6E28FF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B52F503-036E-E224-96D1-9707C51DD4EB}"/>
              </a:ext>
            </a:extLst>
          </p:cNvPr>
          <p:cNvSpPr/>
          <p:nvPr/>
        </p:nvSpPr>
        <p:spPr>
          <a:xfrm>
            <a:off x="2042160" y="3685308"/>
            <a:ext cx="16091710" cy="123305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C46C2C-CFA3-AEBF-19AD-A017752368F7}"/>
              </a:ext>
            </a:extLst>
          </p:cNvPr>
          <p:cNvSpPr txBox="1">
            <a:spLocks/>
          </p:cNvSpPr>
          <p:nvPr/>
        </p:nvSpPr>
        <p:spPr>
          <a:xfrm>
            <a:off x="1039092" y="13272"/>
            <a:ext cx="17094778" cy="985838"/>
          </a:xfrm>
        </p:spPr>
        <p:txBody>
          <a:bodyPr>
            <a:noAutofit/>
          </a:bodyPr>
          <a:lstStyle>
            <a:defPPr>
              <a:defRPr lang="en-US"/>
            </a:defPPr>
            <a:lvl1pPr>
              <a:tabLst>
                <a:tab pos="1028700" algn="l"/>
              </a:tabLst>
              <a:defRPr sz="6000" b="1" kern="0">
                <a:solidFill>
                  <a:srgbClr val="111119"/>
                </a:solidFill>
                <a:latin typeface="Geomanist Medium" panose="02000603000000020004" pitchFamily="50" charset="0"/>
                <a:ea typeface="+mj-ea"/>
                <a:cs typeface="+mj-cs"/>
              </a:defRPr>
            </a:lvl1pPr>
            <a:lvl2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2pPr>
            <a:lvl3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3pPr>
            <a:lvl4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4pPr>
            <a:lvl5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9pPr>
          </a:lstStyle>
          <a:p>
            <a:r>
              <a:rPr lang="ro-RO" sz="3600" dirty="0"/>
              <a:t/>
            </a:r>
            <a:endParaRPr lang="en-GB" sz="3600" dirty="0">
              <a:solidFill>
                <a:srgbClr val="D49802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0C570B8-341B-7508-37E3-E594008F2D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6267519"/>
              </p:ext>
            </p:extLst>
          </p:nvPr>
        </p:nvGraphicFramePr>
        <p:xfrm>
          <a:off x="1039091" y="999110"/>
          <a:ext cx="17248909" cy="8761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62270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29CEB-E13F-4E5B-5E15-9C0A0A9DD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14B3B6-313F-5690-8ED4-737ABD4F0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5" r="3815"/>
          <a:stretch/>
        </p:blipFill>
        <p:spPr>
          <a:xfrm>
            <a:off x="112544" y="1013791"/>
            <a:ext cx="11841330" cy="8535811"/>
          </a:xfrm>
          <a:prstGeom prst="roundRect">
            <a:avLst>
              <a:gd name="adj" fmla="val 2466"/>
            </a:avLst>
          </a:prstGeom>
          <a:ln>
            <a:noFill/>
          </a:ln>
          <a:effectLst/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74CC0F1-D51C-54A4-2FCF-73E342420B15}"/>
              </a:ext>
            </a:extLst>
          </p:cNvPr>
          <p:cNvGrpSpPr/>
          <p:nvPr/>
        </p:nvGrpSpPr>
        <p:grpSpPr>
          <a:xfrm>
            <a:off x="11035899" y="3413762"/>
            <a:ext cx="7139557" cy="2575560"/>
            <a:chOff x="11502624" y="4159638"/>
            <a:chExt cx="4978801" cy="200647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E7592CF-D63E-72B3-0FCB-43210EAA530B}"/>
                </a:ext>
              </a:extLst>
            </p:cNvPr>
            <p:cNvSpPr/>
            <p:nvPr/>
          </p:nvSpPr>
          <p:spPr>
            <a:xfrm>
              <a:off x="11502624" y="4964113"/>
              <a:ext cx="4794651" cy="1201996"/>
            </a:xfrm>
            <a:prstGeom prst="roundRect">
              <a:avLst>
                <a:gd name="adj" fmla="val 18402"/>
              </a:avLst>
            </a:prstGeom>
            <a:solidFill>
              <a:schemeClr val="accent4"/>
            </a:solidFill>
            <a:ln w="152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altLang="ro-RO" sz="2500" b="1" i="0" u="none" strike="noStrike" kern="1200" cap="none" spc="300" normalizeH="0" baseline="0" noProof="0" dirty="0">
                <a:ln>
                  <a:noFill/>
                </a:ln>
                <a:solidFill>
                  <a:srgbClr val="F4F4F4"/>
                </a:solidFill>
                <a:effectLst/>
                <a:uLnTx/>
                <a:uFillTx/>
                <a:latin typeface="Raleway"/>
                <a:ea typeface="+mn-ea"/>
                <a:cs typeface="+mn-cs"/>
                <a:sym typeface="Montserrat-Bold" panose="02000505000000020004" pitchFamily="2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925613D-5B69-8984-BFC9-6CEAFC7F499C}"/>
                </a:ext>
              </a:extLst>
            </p:cNvPr>
            <p:cNvSpPr/>
            <p:nvPr/>
          </p:nvSpPr>
          <p:spPr>
            <a:xfrm>
              <a:off x="11502624" y="4159638"/>
              <a:ext cx="4978801" cy="1460112"/>
            </a:xfrm>
            <a:prstGeom prst="roundRect">
              <a:avLst>
                <a:gd name="adj" fmla="val 13149"/>
              </a:avLst>
            </a:prstGeom>
            <a:solidFill>
              <a:schemeClr val="tx2"/>
            </a:solidFill>
            <a:ln w="152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o-RO" altLang="ro-RO" sz="4400" b="1" i="0" u="none" strike="noStrike" kern="1200" cap="none" spc="300" normalizeH="0" baseline="0" noProof="0" dirty="0">
                  <a:ln>
                    <a:noFill/>
                  </a:ln>
                  <a:solidFill>
                    <a:srgbClr val="F4F4F4"/>
                  </a:solidFill>
                  <a:effectLst/>
                  <a:uLnTx/>
                  <a:uFillTx/>
                  <a:latin typeface="Raleway"/>
                  <a:ea typeface="+mn-ea"/>
                  <a:cs typeface="+mn-cs"/>
                  <a:sym typeface="Montserrat-Bold" panose="02000505000000020004" pitchFamily="2" charset="0"/>
                </a:rPr>
                <a:t/>
              </a:r>
            </a:p>
          </p:txBody>
        </p:sp>
        <p:sp>
          <p:nvSpPr>
            <p:cNvPr id="9" name="Google Shape;130;p25">
              <a:extLst>
                <a:ext uri="{FF2B5EF4-FFF2-40B4-BE49-F238E27FC236}">
                  <a16:creationId xmlns:a16="http://schemas.microsoft.com/office/drawing/2014/main" id="{FE81472F-B145-C202-ABCA-3A5C43AD6397}"/>
                </a:ext>
              </a:extLst>
            </p:cNvPr>
            <p:cNvSpPr txBox="1"/>
            <p:nvPr/>
          </p:nvSpPr>
          <p:spPr>
            <a:xfrm>
              <a:off x="11502624" y="5507178"/>
              <a:ext cx="4794651" cy="5754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  <a:tabLst/>
                <a:defRPr/>
              </a:pPr>
              <a:r>
                <a:rPr kumimoji="0" lang="en-US" sz="2800" b="1" i="0" u="none" strike="noStrike" kern="1200" cap="none" spc="300" normalizeH="0" baseline="0" noProof="0" dirty="0">
                  <a:ln>
                    <a:noFill/>
                  </a:ln>
                  <a:solidFill>
                    <a:srgbClr val="F4F4F4"/>
                  </a:solidFill>
                  <a:effectLst/>
                  <a:uLnTx/>
                  <a:uFillTx/>
                  <a:latin typeface="Raleway"/>
                  <a:ea typeface="+mn-ea"/>
                  <a:cs typeface="Poppins"/>
                  <a:sym typeface="Poppins"/>
                </a:rPr>
                <a:t/>
              </a:r>
              <a:r>
                <a:rPr kumimoji="0" lang="ro-RO" sz="2800" b="1" i="0" u="none" strike="noStrike" kern="1200" cap="none" spc="300" normalizeH="0" baseline="0" noProof="0" dirty="0" err="1">
                  <a:ln>
                    <a:noFill/>
                  </a:ln>
                  <a:solidFill>
                    <a:srgbClr val="F4F4F4"/>
                  </a:solidFill>
                  <a:effectLst/>
                  <a:uLnTx/>
                  <a:uFillTx/>
                  <a:latin typeface="Raleway"/>
                  <a:ea typeface="+mn-ea"/>
                  <a:cs typeface="Poppins"/>
                  <a:sym typeface="Poppins"/>
                </a:rPr>
                <a:t/>
              </a:r>
              <a:r>
                <a:rPr kumimoji="0" lang="ro-RO" sz="2800" b="1" i="0" u="none" strike="noStrike" kern="1200" cap="none" spc="300" normalizeH="0" baseline="0" noProof="0" dirty="0">
                  <a:ln>
                    <a:noFill/>
                  </a:ln>
                  <a:solidFill>
                    <a:srgbClr val="F4F4F4"/>
                  </a:solidFill>
                  <a:effectLst/>
                  <a:uLnTx/>
                  <a:uFillTx/>
                  <a:latin typeface="Raleway"/>
                  <a:ea typeface="+mn-ea"/>
                  <a:cs typeface="Poppins"/>
                  <a:sym typeface="Poppins"/>
                </a:rPr>
                <a:t/>
              </a:r>
              <a:endParaRPr kumimoji="0" sz="2800" b="1" i="0" u="none" strike="noStrike" kern="1200" cap="none" spc="300" normalizeH="0" baseline="0" noProof="0" dirty="0">
                <a:ln>
                  <a:noFill/>
                </a:ln>
                <a:solidFill>
                  <a:srgbClr val="F4F4F4"/>
                </a:solidFill>
                <a:effectLst/>
                <a:uLnTx/>
                <a:uFillTx/>
                <a:latin typeface="Raleway"/>
                <a:ea typeface="+mn-ea"/>
                <a:cs typeface="+mn-cs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0666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D1445-9F94-48B2-B06B-28D712950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6BD6DDC-5DFD-5554-2C4C-C6C753AAF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47687"/>
            <a:ext cx="16657320" cy="823913"/>
          </a:xfr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3750" b="1" cap="none" dirty="0" err="1">
                <a:solidFill>
                  <a:srgbClr val="003057"/>
                </a:solidFill>
                <a:latin typeface="+mn-lt"/>
              </a:rPr>
              <a:t/>
            </a:r>
            <a:r>
              <a:rPr lang="en-US" altLang="en-US" sz="3750" b="1" cap="none" dirty="0">
                <a:solidFill>
                  <a:srgbClr val="003057"/>
                </a:solidFill>
                <a:latin typeface="+mn-lt"/>
              </a:rPr>
              <a:t/>
            </a:r>
            <a:r>
              <a:rPr lang="en-US" altLang="en-US" sz="3750" b="1" cap="none" dirty="0" err="1">
                <a:solidFill>
                  <a:srgbClr val="003057"/>
                </a:solidFill>
                <a:latin typeface="+mn-lt"/>
              </a:rPr>
              <a:t/>
            </a:r>
            <a:r>
              <a:rPr lang="en-US" altLang="en-US" sz="3750" b="1" cap="none" dirty="0">
                <a:solidFill>
                  <a:srgbClr val="003057"/>
                </a:solidFill>
                <a:latin typeface="+mn-lt"/>
              </a:rPr>
              <a:t/>
            </a:r>
            <a:r>
              <a:rPr lang="en-GB" altLang="en-US" sz="3750" b="1" cap="none" dirty="0">
                <a:solidFill>
                  <a:srgbClr val="003057"/>
                </a:solidFill>
                <a:latin typeface="+mn-lt"/>
              </a:rPr>
              <a:t/>
            </a:r>
            <a:endParaRPr lang="ro-RO" altLang="en-US" sz="3750" b="1" cap="none" dirty="0">
              <a:solidFill>
                <a:srgbClr val="D49802"/>
              </a:solidFill>
              <a:latin typeface="+mn-lt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CBBBB2-505E-9FD2-B53B-8BF45A733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671505"/>
              </p:ext>
            </p:extLst>
          </p:nvPr>
        </p:nvGraphicFramePr>
        <p:xfrm>
          <a:off x="1642110" y="1790161"/>
          <a:ext cx="15887700" cy="7949152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801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3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220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400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/>
                      </a:r>
                      <a:endParaRPr lang="en-US" sz="2400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08332" marR="108332" marT="15047" marB="0" anchor="ctr">
                    <a:lnB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o-RO" sz="2400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/>
                      </a:r>
                      <a:r>
                        <a:rPr lang="en-US" sz="2400" b="1" dirty="0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/>
                      </a:r>
                      <a:r>
                        <a:rPr lang="en-US" sz="2400" b="1" dirty="0" err="1">
                          <a:solidFill>
                            <a:schemeClr val="bg1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/>
                      </a:r>
                      <a:endParaRPr lang="en-US" sz="2400" b="1" dirty="0">
                        <a:solidFill>
                          <a:schemeClr val="bg1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08332" marR="108332" marT="15047" marB="0" anchor="ctr">
                    <a:lnB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2743">
                <a:tc>
                  <a:txBody>
                    <a:bodyPr/>
                    <a:lstStyle/>
                    <a:p>
                      <a:pPr marL="0" marR="0" lvl="0" indent="0" algn="ctr" defTabSz="13716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vi-VN" sz="3000" b="0" kern="1200" noProof="0" dirty="0">
                        <a:solidFill>
                          <a:srgbClr val="111119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3000" b="0" kern="1200" dirty="0">
                        <a:solidFill>
                          <a:srgbClr val="111119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4830">
                <a:tc>
                  <a:txBody>
                    <a:bodyPr/>
                    <a:lstStyle/>
                    <a:p>
                      <a:pPr algn="ctr" fontAlgn="ctr"/>
                      <a:endParaRPr lang="en-US" sz="3000" b="0" kern="1200" dirty="0">
                        <a:solidFill>
                          <a:srgbClr val="111119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vi-VN" sz="3000" b="0" kern="1200" noProof="0" dirty="0">
                        <a:solidFill>
                          <a:srgbClr val="111119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20062" marR="20062" marT="20062" marB="0" anchor="ctr">
                    <a:lnL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9376"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vi-VN" sz="3000" b="0" kern="1200" noProof="0" dirty="0">
                        <a:solidFill>
                          <a:srgbClr val="111119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5047" marR="15047" marT="15047" marB="0" anchor="ctr">
                    <a:lnL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1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vi-VN" sz="3000" b="0" kern="1200" noProof="0" dirty="0">
                        <a:solidFill>
                          <a:srgbClr val="111119"/>
                        </a:solidFill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15047" marR="15047" marT="15047" marB="0" anchor="ctr">
                    <a:lnL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AAA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007704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29CEB-E13F-4E5B-5E15-9C0A0A9DD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74CC0F1-D51C-54A4-2FCF-73E342420B15}"/>
              </a:ext>
            </a:extLst>
          </p:cNvPr>
          <p:cNvGrpSpPr/>
          <p:nvPr/>
        </p:nvGrpSpPr>
        <p:grpSpPr>
          <a:xfrm>
            <a:off x="10277912" y="3329541"/>
            <a:ext cx="7139557" cy="2575560"/>
            <a:chOff x="11502624" y="4159638"/>
            <a:chExt cx="4978801" cy="2006471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E7592CF-D63E-72B3-0FCB-43210EAA530B}"/>
                </a:ext>
              </a:extLst>
            </p:cNvPr>
            <p:cNvSpPr/>
            <p:nvPr/>
          </p:nvSpPr>
          <p:spPr>
            <a:xfrm>
              <a:off x="11502624" y="4964113"/>
              <a:ext cx="4794651" cy="1201996"/>
            </a:xfrm>
            <a:prstGeom prst="roundRect">
              <a:avLst>
                <a:gd name="adj" fmla="val 18402"/>
              </a:avLst>
            </a:prstGeom>
            <a:solidFill>
              <a:schemeClr val="accent4"/>
            </a:solidFill>
            <a:ln w="152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o-RO" altLang="ro-RO" sz="2500" b="1" i="0" u="none" strike="noStrike" kern="1200" cap="none" spc="300" normalizeH="0" baseline="0" noProof="0" dirty="0">
                <a:ln>
                  <a:noFill/>
                </a:ln>
                <a:solidFill>
                  <a:srgbClr val="F4F4F4"/>
                </a:solidFill>
                <a:effectLst/>
                <a:uLnTx/>
                <a:uFillTx/>
                <a:latin typeface="Raleway"/>
                <a:ea typeface="+mn-ea"/>
                <a:cs typeface="+mn-cs"/>
                <a:sym typeface="Montserrat-Bold" panose="02000505000000020004" pitchFamily="2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925613D-5B69-8984-BFC9-6CEAFC7F499C}"/>
                </a:ext>
              </a:extLst>
            </p:cNvPr>
            <p:cNvSpPr/>
            <p:nvPr/>
          </p:nvSpPr>
          <p:spPr>
            <a:xfrm>
              <a:off x="11502624" y="4159638"/>
              <a:ext cx="4978801" cy="1460112"/>
            </a:xfrm>
            <a:prstGeom prst="roundRect">
              <a:avLst>
                <a:gd name="adj" fmla="val 13149"/>
              </a:avLst>
            </a:prstGeom>
            <a:solidFill>
              <a:schemeClr val="tx2"/>
            </a:solidFill>
            <a:ln w="152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ro-RO" sz="4400" b="1" i="0" u="none" strike="noStrike" kern="1200" cap="none" spc="300" normalizeH="0" baseline="0" noProof="0" dirty="0" err="1">
                  <a:ln>
                    <a:noFill/>
                  </a:ln>
                  <a:solidFill>
                    <a:srgbClr val="F4F4F4"/>
                  </a:solidFill>
                  <a:effectLst/>
                  <a:uLnTx/>
                  <a:uFillTx/>
                  <a:latin typeface="Raleway"/>
                  <a:ea typeface="+mn-ea"/>
                  <a:cs typeface="+mn-cs"/>
                  <a:sym typeface="Montserrat-Bold" panose="02000505000000020004" pitchFamily="2" charset="0"/>
                </a:rPr>
                <a:t/>
              </a:r>
              <a:r>
                <a:rPr kumimoji="0" lang="en-US" altLang="ro-RO" sz="4400" b="1" i="0" u="none" strike="noStrike" kern="1200" cap="none" spc="300" normalizeH="0" baseline="0" noProof="0" dirty="0">
                  <a:ln>
                    <a:noFill/>
                  </a:ln>
                  <a:solidFill>
                    <a:srgbClr val="F4F4F4"/>
                  </a:solidFill>
                  <a:effectLst/>
                  <a:uLnTx/>
                  <a:uFillTx/>
                  <a:latin typeface="Raleway"/>
                  <a:ea typeface="+mn-ea"/>
                  <a:cs typeface="+mn-cs"/>
                  <a:sym typeface="Montserrat-Bold" panose="02000505000000020004" pitchFamily="2" charset="0"/>
                </a:rPr>
                <a:t/>
              </a:r>
              <a:r>
                <a:rPr kumimoji="0" lang="en-US" altLang="ro-RO" sz="4400" b="1" i="0" u="none" strike="noStrike" kern="1200" cap="none" spc="300" normalizeH="0" baseline="0" noProof="0" dirty="0" err="1">
                  <a:ln>
                    <a:noFill/>
                  </a:ln>
                  <a:solidFill>
                    <a:srgbClr val="F4F4F4"/>
                  </a:solidFill>
                  <a:effectLst/>
                  <a:uLnTx/>
                  <a:uFillTx/>
                  <a:latin typeface="Raleway"/>
                  <a:ea typeface="+mn-ea"/>
                  <a:cs typeface="+mn-cs"/>
                  <a:sym typeface="Montserrat-Bold" panose="02000505000000020004" pitchFamily="2" charset="0"/>
                </a:rPr>
                <a:t/>
              </a:r>
              <a:r>
                <a:rPr kumimoji="0" lang="en-US" altLang="ro-RO" sz="4400" b="1" i="0" u="none" strike="noStrike" kern="1200" cap="none" spc="300" normalizeH="0" baseline="0" noProof="0" dirty="0">
                  <a:ln>
                    <a:noFill/>
                  </a:ln>
                  <a:solidFill>
                    <a:srgbClr val="F4F4F4"/>
                  </a:solidFill>
                  <a:effectLst/>
                  <a:uLnTx/>
                  <a:uFillTx/>
                  <a:latin typeface="Raleway"/>
                  <a:ea typeface="+mn-ea"/>
                  <a:cs typeface="+mn-cs"/>
                  <a:sym typeface="Montserrat-Bold" panose="02000505000000020004" pitchFamily="2" charset="0"/>
                </a:rPr>
                <a:t/>
              </a:r>
              <a:r>
                <a:rPr kumimoji="0" lang="ro-RO" altLang="ro-RO" sz="4400" b="1" i="0" u="none" strike="noStrike" kern="1200" cap="none" spc="300" normalizeH="0" baseline="0" noProof="0" dirty="0">
                  <a:ln>
                    <a:noFill/>
                  </a:ln>
                  <a:solidFill>
                    <a:srgbClr val="F4F4F4"/>
                  </a:solidFill>
                  <a:effectLst/>
                  <a:uLnTx/>
                  <a:uFillTx/>
                  <a:latin typeface="Raleway"/>
                  <a:ea typeface="+mn-ea"/>
                  <a:cs typeface="+mn-cs"/>
                  <a:sym typeface="Montserrat-Bold" panose="02000505000000020004" pitchFamily="2" charset="0"/>
                </a:rPr>
                <a:t/>
              </a:r>
            </a:p>
          </p:txBody>
        </p:sp>
        <p:sp>
          <p:nvSpPr>
            <p:cNvPr id="9" name="Google Shape;130;p25">
              <a:extLst>
                <a:ext uri="{FF2B5EF4-FFF2-40B4-BE49-F238E27FC236}">
                  <a16:creationId xmlns:a16="http://schemas.microsoft.com/office/drawing/2014/main" id="{FE81472F-B145-C202-ABCA-3A5C43AD6397}"/>
                </a:ext>
              </a:extLst>
            </p:cNvPr>
            <p:cNvSpPr txBox="1"/>
            <p:nvPr/>
          </p:nvSpPr>
          <p:spPr>
            <a:xfrm>
              <a:off x="11502624" y="5444655"/>
              <a:ext cx="4794651" cy="5754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  <a:tabLst/>
                <a:defRPr/>
              </a:pPr>
              <a:endParaRPr kumimoji="0" sz="2800" b="1" i="0" u="none" strike="noStrike" kern="1200" cap="none" spc="300" normalizeH="0" baseline="0" noProof="0" dirty="0">
                <a:ln>
                  <a:noFill/>
                </a:ln>
                <a:solidFill>
                  <a:srgbClr val="F4F4F4"/>
                </a:solidFill>
                <a:effectLst/>
                <a:uLnTx/>
                <a:uFillTx/>
                <a:latin typeface="Raleway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F7621B1-E684-0D02-F2D6-DBA519B2E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" b="226"/>
          <a:stretch/>
        </p:blipFill>
        <p:spPr>
          <a:xfrm>
            <a:off x="1132166" y="790251"/>
            <a:ext cx="6875488" cy="8706497"/>
          </a:xfrm>
          <a:prstGeom prst="roundRect">
            <a:avLst>
              <a:gd name="adj" fmla="val 5781"/>
            </a:avLst>
          </a:prstGeom>
        </p:spPr>
      </p:pic>
    </p:spTree>
    <p:extLst>
      <p:ext uri="{BB962C8B-B14F-4D97-AF65-F5344CB8AC3E}">
        <p14:creationId xmlns:p14="http://schemas.microsoft.com/office/powerpoint/2010/main" val="10617479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8A767-9852-AD40-CED9-542F6EC7A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B1A2C3C-4105-9785-C8F4-F79B7D6A1597}"/>
              </a:ext>
            </a:extLst>
          </p:cNvPr>
          <p:cNvSpPr txBox="1">
            <a:spLocks/>
          </p:cNvSpPr>
          <p:nvPr/>
        </p:nvSpPr>
        <p:spPr>
          <a:xfrm>
            <a:off x="1337328" y="369677"/>
            <a:ext cx="17041093" cy="796635"/>
          </a:xfrm>
          <a:solidFill>
            <a:srgbClr val="FFC000"/>
          </a:solidFill>
        </p:spPr>
        <p:txBody>
          <a:bodyPr>
            <a:noAutofit/>
          </a:bodyPr>
          <a:lstStyle>
            <a:defPPr>
              <a:defRPr lang="en-US"/>
            </a:defPPr>
            <a:lvl1pPr>
              <a:tabLst>
                <a:tab pos="1028700" algn="l"/>
              </a:tabLst>
              <a:defRPr sz="6000" b="1" kern="0">
                <a:solidFill>
                  <a:srgbClr val="111119"/>
                </a:solidFill>
                <a:latin typeface="Geomanist Medium" panose="02000603000000020004" pitchFamily="50" charset="0"/>
                <a:ea typeface="+mj-ea"/>
                <a:cs typeface="+mj-cs"/>
              </a:defRPr>
            </a:lvl1pPr>
            <a:lvl2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2pPr>
            <a:lvl3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3pPr>
            <a:lvl4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4pPr>
            <a:lvl5pPr algn="ctr">
              <a:defRPr sz="11600">
                <a:solidFill>
                  <a:schemeClr val="tx1"/>
                </a:solidFill>
                <a:latin typeface="Calibri Light" panose="020F0302020204030204" pitchFamily="34" charset="0"/>
                <a:ea typeface="Heiti SC Light" charset="0"/>
                <a:cs typeface="Heiti SC Light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11600">
                <a:solidFill>
                  <a:schemeClr val="tx1"/>
                </a:solidFill>
                <a:latin typeface="Gill Sans" charset="0"/>
                <a:ea typeface="Heiti SC Light" charset="0"/>
                <a:cs typeface="Heiti SC Light" charset="0"/>
              </a:defRPr>
            </a:lvl9pPr>
          </a:lstStyle>
          <a:p>
            <a:pPr defTabSz="1371600">
              <a:lnSpc>
                <a:spcPct val="90000"/>
              </a:lnSpc>
              <a:spcBef>
                <a:spcPct val="0"/>
              </a:spcBef>
            </a:pPr>
            <a:r>
              <a:rPr lang="en-US" sz="3750" kern="1200" dirty="0" err="1">
                <a:solidFill>
                  <a:srgbClr val="003057"/>
                </a:solidFill>
                <a:latin typeface="+mn-lt"/>
              </a:rPr>
              <a:t/>
            </a:r>
            <a:r>
              <a:rPr lang="en-US" sz="3750" kern="1200" dirty="0">
                <a:solidFill>
                  <a:srgbClr val="003057"/>
                </a:solidFill>
                <a:latin typeface="+mn-lt"/>
              </a:rPr>
              <a:t/>
            </a:r>
            <a:r>
              <a:rPr lang="en-US" sz="3750" kern="1200" dirty="0" err="1">
                <a:solidFill>
                  <a:srgbClr val="003057"/>
                </a:solidFill>
                <a:latin typeface="+mn-lt"/>
              </a:rPr>
              <a:t/>
            </a:r>
            <a:r>
              <a:rPr lang="en-US" sz="3750" kern="1200" dirty="0">
                <a:solidFill>
                  <a:srgbClr val="003057"/>
                </a:solidFill>
                <a:latin typeface="+mn-lt"/>
              </a:rPr>
              <a:t/>
            </a:r>
            <a:r>
              <a:rPr lang="en-US" sz="3750" kern="1200" dirty="0" err="1">
                <a:solidFill>
                  <a:srgbClr val="003057"/>
                </a:solidFill>
                <a:latin typeface="+mn-lt"/>
              </a:rPr>
              <a:t/>
            </a:r>
            <a:endParaRPr lang="en-GB" sz="3750" kern="1200" dirty="0">
              <a:solidFill>
                <a:srgbClr val="D49802"/>
              </a:solidFill>
              <a:latin typeface="+mn-l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A8BC243-80F8-B25B-B48F-2C9D31DA846C}"/>
              </a:ext>
            </a:extLst>
          </p:cNvPr>
          <p:cNvSpPr/>
          <p:nvPr/>
        </p:nvSpPr>
        <p:spPr>
          <a:xfrm>
            <a:off x="1442886" y="1117678"/>
            <a:ext cx="4607335" cy="1190377"/>
          </a:xfrm>
          <a:prstGeom prst="roundRect">
            <a:avLst>
              <a:gd name="adj" fmla="val 21682"/>
            </a:avLst>
          </a:prstGeom>
          <a:solidFill>
            <a:srgbClr val="003057"/>
          </a:solidFill>
          <a:ln w="152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14300"/>
            <a:r>
              <a:rPr lang="en-US" sz="2200" b="1" dirty="0" err="1"/>
              <a:t/>
            </a:r>
            <a:r>
              <a:rPr lang="en-US" sz="2200" b="1" dirty="0"/>
              <a:t/>
            </a:r>
            <a:r>
              <a:rPr lang="en-US" sz="2200" b="1" dirty="0" err="1"/>
              <a:t/>
            </a:r>
            <a:r>
              <a:rPr lang="en-US" sz="2200" b="1" dirty="0"/>
              <a:t/>
            </a:r>
            <a:r>
              <a:rPr lang="en-US" sz="2200" b="1" dirty="0" err="1"/>
              <a:t/>
            </a:r>
            <a:r>
              <a:rPr lang="en-US" sz="2200" b="1" dirty="0"/>
              <a:t/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09D2F56-2DB4-0342-739B-82EF2FDCFBDD}"/>
              </a:ext>
            </a:extLst>
          </p:cNvPr>
          <p:cNvSpPr/>
          <p:nvPr/>
        </p:nvSpPr>
        <p:spPr>
          <a:xfrm>
            <a:off x="1475729" y="1712867"/>
            <a:ext cx="5318860" cy="2835187"/>
          </a:xfrm>
          <a:prstGeom prst="roundRect">
            <a:avLst>
              <a:gd name="adj" fmla="val 10052"/>
            </a:avLst>
          </a:prstGeom>
          <a:solidFill>
            <a:schemeClr val="bg1"/>
          </a:solidFill>
          <a:ln w="152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3327503-76ED-5873-C3E5-212D150C4660}"/>
              </a:ext>
            </a:extLst>
          </p:cNvPr>
          <p:cNvSpPr/>
          <p:nvPr/>
        </p:nvSpPr>
        <p:spPr>
          <a:xfrm>
            <a:off x="1596044" y="4920791"/>
            <a:ext cx="4349174" cy="1190377"/>
          </a:xfrm>
          <a:prstGeom prst="roundRect">
            <a:avLst>
              <a:gd name="adj" fmla="val 21682"/>
            </a:avLst>
          </a:prstGeom>
          <a:solidFill>
            <a:schemeClr val="accent4"/>
          </a:solidFill>
          <a:ln w="152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14300"/>
            <a:r>
              <a:rPr lang="en-US" sz="2200" b="1" dirty="0"/>
              <a:t/>
            </a:r>
            <a:r>
              <a:rPr lang="en-US" sz="2200" b="1" dirty="0" err="1"/>
              <a:t/>
            </a:r>
            <a:endParaRPr lang="en-US" sz="2200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F5B19BC-413E-6474-6554-957D10F47E38}"/>
              </a:ext>
            </a:extLst>
          </p:cNvPr>
          <p:cNvSpPr/>
          <p:nvPr/>
        </p:nvSpPr>
        <p:spPr>
          <a:xfrm>
            <a:off x="1563201" y="5515979"/>
            <a:ext cx="5318861" cy="4217567"/>
          </a:xfrm>
          <a:prstGeom prst="roundRect">
            <a:avLst>
              <a:gd name="adj" fmla="val 10052"/>
            </a:avLst>
          </a:prstGeom>
          <a:solidFill>
            <a:schemeClr val="bg1"/>
          </a:solidFill>
          <a:ln w="152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endParaRPr lang="en-US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75FDDAC-1E81-77DD-A167-533410AF5038}"/>
              </a:ext>
            </a:extLst>
          </p:cNvPr>
          <p:cNvSpPr/>
          <p:nvPr/>
        </p:nvSpPr>
        <p:spPr>
          <a:xfrm>
            <a:off x="7212448" y="1238503"/>
            <a:ext cx="7978712" cy="1837326"/>
          </a:xfrm>
          <a:prstGeom prst="roundRect">
            <a:avLst>
              <a:gd name="adj" fmla="val 21682"/>
            </a:avLst>
          </a:prstGeom>
          <a:solidFill>
            <a:schemeClr val="accent2"/>
          </a:solidFill>
          <a:ln w="152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14300"/>
            <a:r>
              <a:rPr lang="en-US" sz="2200" b="1" dirty="0" err="1"/>
              <a:t/>
            </a:r>
            <a:r>
              <a:rPr lang="en-US" sz="2200" b="1" dirty="0"/>
              <a:t/>
            </a:r>
            <a:r>
              <a:rPr lang="en-US" sz="2200" b="1" dirty="0" err="1"/>
              <a:t/>
            </a:r>
            <a:r>
              <a:rPr lang="en-US" sz="2200" b="1" dirty="0"/>
              <a:t/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F2355F0-7C34-26AF-FACA-9C99F5FC609F}"/>
              </a:ext>
            </a:extLst>
          </p:cNvPr>
          <p:cNvSpPr/>
          <p:nvPr/>
        </p:nvSpPr>
        <p:spPr>
          <a:xfrm>
            <a:off x="7200425" y="1833692"/>
            <a:ext cx="10786786" cy="7899854"/>
          </a:xfrm>
          <a:prstGeom prst="roundRect">
            <a:avLst>
              <a:gd name="adj" fmla="val 10052"/>
            </a:avLst>
          </a:prstGeom>
          <a:solidFill>
            <a:schemeClr val="bg1"/>
          </a:solidFill>
          <a:ln w="152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  <a:r>
              <a:rPr lang="en-US" sz="2000" dirty="0" err="1">
                <a:solidFill>
                  <a:schemeClr val="tx1"/>
                </a:solidFill>
              </a:rPr>
              <a:t/>
            </a:r>
            <a:r>
              <a:rPr lang="en-US" sz="2000" dirty="0">
                <a:solidFill>
                  <a:schemeClr val="tx1"/>
                </a:solidFill>
              </a:rPr>
              <a:t/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it-IT" sz="2000" dirty="0">
                <a:solidFill>
                  <a:schemeClr val="tx1"/>
                </a:solidFill>
              </a:rPr>
              <a:t/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it-IT" sz="2000" dirty="0">
                <a:solidFill>
                  <a:schemeClr val="tx1"/>
                </a:solidFill>
              </a:rPr>
              <a:t/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it-IT" sz="2000" dirty="0">
                <a:solidFill>
                  <a:schemeClr val="tx1"/>
                </a:solidFill>
              </a:rPr>
              <a:t/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637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71C886-0F72-633E-AFA7-357C0C9C16A7}"/>
              </a:ext>
            </a:extLst>
          </p:cNvPr>
          <p:cNvSpPr txBox="1"/>
          <p:nvPr/>
        </p:nvSpPr>
        <p:spPr>
          <a:xfrm>
            <a:off x="2297030" y="3866227"/>
            <a:ext cx="612457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7700" b="1" dirty="0">
                <a:solidFill>
                  <a:schemeClr val="tx2"/>
                </a:solidFill>
              </a:rPr>
              <a:t/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90B3D26-A893-669F-991B-1A139B1F9860}"/>
              </a:ext>
            </a:extLst>
          </p:cNvPr>
          <p:cNvGrpSpPr/>
          <p:nvPr/>
        </p:nvGrpSpPr>
        <p:grpSpPr>
          <a:xfrm>
            <a:off x="11556785" y="1019865"/>
            <a:ext cx="5805598" cy="8247270"/>
            <a:chOff x="7621168" y="561399"/>
            <a:chExt cx="5805598" cy="824727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2C6E1661-C89F-7269-C39C-DBABEDC3CF1E}"/>
                </a:ext>
              </a:extLst>
            </p:cNvPr>
            <p:cNvSpPr/>
            <p:nvPr/>
          </p:nvSpPr>
          <p:spPr>
            <a:xfrm>
              <a:off x="7621168" y="3839554"/>
              <a:ext cx="5805598" cy="4969115"/>
            </a:xfrm>
            <a:prstGeom prst="roundRect">
              <a:avLst>
                <a:gd name="adj" fmla="val 5627"/>
              </a:avLst>
            </a:prstGeom>
            <a:solidFill>
              <a:schemeClr val="bg1"/>
            </a:solidFill>
            <a:ln w="1524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6" name="Picture 2" descr="Magor Csibi și Cătălin Vasile, umăr la umăr pe un nou traseu al Trend  Consult - Revista Cariere">
              <a:extLst>
                <a:ext uri="{FF2B5EF4-FFF2-40B4-BE49-F238E27FC236}">
                  <a16:creationId xmlns:a16="http://schemas.microsoft.com/office/drawing/2014/main" id="{33749E8A-E93C-9ADF-83A6-03A0A1E853B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7000"/>
            <a:stretch/>
          </p:blipFill>
          <p:spPr bwMode="auto">
            <a:xfrm>
              <a:off x="7621168" y="561399"/>
              <a:ext cx="5805598" cy="5186861"/>
            </a:xfrm>
            <a:prstGeom prst="roundRect">
              <a:avLst>
                <a:gd name="adj" fmla="val 5215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pic>
          <p:nvPicPr>
            <p:cNvPr id="8" name="Picture 7" descr="A picture containing drawing&#10;&#10;Description automatically generated">
              <a:extLst>
                <a:ext uri="{FF2B5EF4-FFF2-40B4-BE49-F238E27FC236}">
                  <a16:creationId xmlns:a16="http://schemas.microsoft.com/office/drawing/2014/main" id="{AB8EA0E8-CE09-7A59-EDC8-2E6792A96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705231" y="6078087"/>
              <a:ext cx="2344479" cy="234447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1BE007A-0459-DAFA-85CA-3D870C2B293A}"/>
                </a:ext>
              </a:extLst>
            </p:cNvPr>
            <p:cNvSpPr txBox="1"/>
            <p:nvPr/>
          </p:nvSpPr>
          <p:spPr>
            <a:xfrm>
              <a:off x="10006718" y="6442761"/>
              <a:ext cx="3271704" cy="16160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ro-RO" sz="1700" b="1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/>
              </a:r>
              <a:r>
                <a:rPr lang="en-US" sz="1700" b="1" dirty="0" err="1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/>
              </a:r>
              <a:r>
                <a:rPr lang="ro-RO" sz="1700" b="1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/>
              </a:r>
              <a:endParaRPr lang="en-US" sz="1700" b="1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700" b="1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/>
              </a:r>
              <a:r>
                <a:rPr lang="ro-RO" sz="1700" b="1" dirty="0" err="1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/>
              </a:r>
              <a:r>
                <a:rPr lang="ro-RO" sz="1700" b="1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/>
              </a:r>
              <a:r>
                <a:rPr lang="en-US" sz="1700" b="1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/>
              </a:r>
              <a:r>
                <a:rPr lang="ro-RO" sz="1700" b="1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/>
              </a:r>
              <a:r>
                <a:rPr lang="en-US" sz="1700" b="1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/>
              </a:r>
              <a:endParaRPr lang="ro-RO" sz="1700" b="1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700" b="1" dirty="0">
                  <a:solidFill>
                    <a:schemeClr val="tx1"/>
                  </a:solidFill>
                  <a:ea typeface="Open Sans" panose="020B0606030504020204" pitchFamily="34" charset="0"/>
                  <a:cs typeface="Open Sans" panose="020B0606030504020204" pitchFamily="34" charset="0"/>
                  <a:hlinkClick r:id="rId4"/>
                </a:rPr>
                <a:t/>
              </a:r>
              <a:endParaRPr lang="en-US" sz="1700" b="1" dirty="0">
                <a:solidFill>
                  <a:schemeClr val="tx1"/>
                </a:solidFill>
                <a:ea typeface="Open Sans" panose="020B0606030504020204" pitchFamily="34" charset="0"/>
                <a:cs typeface="Open Sans" panose="020B0606030504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sz="1700" b="1" dirty="0">
                  <a:solidFill>
                    <a:srgbClr val="545454"/>
                  </a:solidFill>
                  <a:ea typeface="Open Sans" panose="020B0606030504020204" pitchFamily="34" charset="0"/>
                  <a:cs typeface="Open Sans" panose="020B0606030504020204" pitchFamily="34" charset="0"/>
                  <a:hlinkClick r:id="rId5"/>
                </a:rPr>
                <a:t/>
              </a:r>
              <a:endParaRPr lang="en-US" sz="1700" b="1" dirty="0"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5009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rend">
      <a:dk1>
        <a:sysClr val="windowText" lastClr="000000"/>
      </a:dk1>
      <a:lt1>
        <a:sysClr val="window" lastClr="FFFFFF"/>
      </a:lt1>
      <a:dk2>
        <a:srgbClr val="003057"/>
      </a:dk2>
      <a:lt2>
        <a:srgbClr val="F4F4F4"/>
      </a:lt2>
      <a:accent1>
        <a:srgbClr val="4472C4"/>
      </a:accent1>
      <a:accent2>
        <a:srgbClr val="00A19A"/>
      </a:accent2>
      <a:accent3>
        <a:srgbClr val="A5A5A5"/>
      </a:accent3>
      <a:accent4>
        <a:srgbClr val="DBA900"/>
      </a:accent4>
      <a:accent5>
        <a:srgbClr val="545454"/>
      </a:accent5>
      <a:accent6>
        <a:srgbClr val="545454"/>
      </a:accent6>
      <a:hlink>
        <a:srgbClr val="00A19A"/>
      </a:hlink>
      <a:folHlink>
        <a:srgbClr val="003057"/>
      </a:folHlink>
    </a:clrScheme>
    <a:fontScheme name="Trend">
      <a:majorFont>
        <a:latin typeface="Muli Black"/>
        <a:ea typeface=""/>
        <a:cs typeface=""/>
      </a:majorFont>
      <a:minorFont>
        <a:latin typeface="Raleway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Trend">
      <a:dk1>
        <a:sysClr val="windowText" lastClr="000000"/>
      </a:dk1>
      <a:lt1>
        <a:sysClr val="window" lastClr="FFFFFF"/>
      </a:lt1>
      <a:dk2>
        <a:srgbClr val="003057"/>
      </a:dk2>
      <a:lt2>
        <a:srgbClr val="F4F4F4"/>
      </a:lt2>
      <a:accent1>
        <a:srgbClr val="4472C4"/>
      </a:accent1>
      <a:accent2>
        <a:srgbClr val="00A19A"/>
      </a:accent2>
      <a:accent3>
        <a:srgbClr val="A5A5A5"/>
      </a:accent3>
      <a:accent4>
        <a:srgbClr val="DBA900"/>
      </a:accent4>
      <a:accent5>
        <a:srgbClr val="545454"/>
      </a:accent5>
      <a:accent6>
        <a:srgbClr val="545454"/>
      </a:accent6>
      <a:hlink>
        <a:srgbClr val="00A19A"/>
      </a:hlink>
      <a:folHlink>
        <a:srgbClr val="003057"/>
      </a:folHlink>
    </a:clrScheme>
    <a:fontScheme name="Trend">
      <a:majorFont>
        <a:latin typeface="Muli Black"/>
        <a:ea typeface=""/>
        <a:cs typeface=""/>
      </a:majorFont>
      <a:minorFont>
        <a:latin typeface="Raleway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Application>Microsoft PowerPoint</Application>
  <PresentationFormat>Custom</PresentationFormat>
  <Slides>22</Slid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</cp:coreProperties>
</file>